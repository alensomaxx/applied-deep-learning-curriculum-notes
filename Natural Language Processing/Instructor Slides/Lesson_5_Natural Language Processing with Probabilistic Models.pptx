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handoutMasterIdLst>
    <p:handoutMasterId r:id="rId24"/>
  </p:handoutMasterIdLst>
  <p:sldIdLst>
    <p:sldId id="256" r:id="rId2"/>
    <p:sldId id="306" r:id="rId3"/>
    <p:sldId id="307" r:id="rId4"/>
    <p:sldId id="308" r:id="rId5"/>
    <p:sldId id="309" r:id="rId6"/>
    <p:sldId id="310" r:id="rId7"/>
    <p:sldId id="305" r:id="rId8"/>
    <p:sldId id="268" r:id="rId9"/>
    <p:sldId id="270" r:id="rId10"/>
    <p:sldId id="300" r:id="rId11"/>
    <p:sldId id="301" r:id="rId12"/>
    <p:sldId id="302" r:id="rId13"/>
    <p:sldId id="303" r:id="rId14"/>
    <p:sldId id="304" r:id="rId15"/>
    <p:sldId id="297" r:id="rId16"/>
    <p:sldId id="298" r:id="rId17"/>
    <p:sldId id="312" r:id="rId18"/>
    <p:sldId id="313" r:id="rId19"/>
    <p:sldId id="314" r:id="rId20"/>
    <p:sldId id="315" r:id="rId21"/>
    <p:sldId id="316" r:id="rId22"/>
  </p:sldIdLst>
  <p:sldSz cx="16256000" cy="914400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5120">
          <p15:clr>
            <a:srgbClr val="A4A3A4"/>
          </p15:clr>
        </p15:guide>
        <p15:guide id="8" orient="horz" pos="975" userDrawn="1">
          <p15:clr>
            <a:srgbClr val="A4A3A4"/>
          </p15:clr>
        </p15:guide>
        <p15:guide id="9" orient="horz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A7E2"/>
    <a:srgbClr val="024F93"/>
    <a:srgbClr val="3D9CD8"/>
    <a:srgbClr val="A8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88" y="42"/>
      </p:cViewPr>
      <p:guideLst>
        <p:guide pos="5120"/>
        <p:guide orient="horz" pos="975"/>
        <p:guide orient="horz" pos="5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B87CB6-4432-44D3-BF40-22D92DA88D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3B18A33-A965-442C-A762-3EB7B5F1675B}">
      <dgm:prSet/>
      <dgm:spPr/>
      <dgm:t>
        <a:bodyPr/>
        <a:lstStyle/>
        <a:p>
          <a:r>
            <a:rPr lang="en-US"/>
            <a:t>N-gram Language Models: Sequence probability estimation</a:t>
          </a:r>
        </a:p>
      </dgm:t>
    </dgm:pt>
    <dgm:pt modelId="{2CFF1F23-FA6D-488E-8167-E65404C0A827}" type="parTrans" cxnId="{8E5B0B40-441E-4C32-AE97-AB37B34C149B}">
      <dgm:prSet/>
      <dgm:spPr/>
      <dgm:t>
        <a:bodyPr/>
        <a:lstStyle/>
        <a:p>
          <a:endParaRPr lang="en-US"/>
        </a:p>
      </dgm:t>
    </dgm:pt>
    <dgm:pt modelId="{32703DE0-5696-4F79-BAAF-9D117E51A2F3}" type="sibTrans" cxnId="{8E5B0B40-441E-4C32-AE97-AB37B34C149B}">
      <dgm:prSet/>
      <dgm:spPr/>
      <dgm:t>
        <a:bodyPr/>
        <a:lstStyle/>
        <a:p>
          <a:endParaRPr lang="en-US"/>
        </a:p>
      </dgm:t>
    </dgm:pt>
    <dgm:pt modelId="{D0491A47-9E3B-4901-B78B-97AE7C891E9A}">
      <dgm:prSet/>
      <dgm:spPr/>
      <dgm:t>
        <a:bodyPr/>
        <a:lstStyle/>
        <a:p>
          <a:r>
            <a:rPr lang="en-US"/>
            <a:t>Autocomplete predicts next word using previous context</a:t>
          </a:r>
        </a:p>
      </dgm:t>
    </dgm:pt>
    <dgm:pt modelId="{88FDA330-85EC-42C6-9AA7-20ECA9C6B249}" type="parTrans" cxnId="{0FE05746-A59D-41FC-9DD4-07CC53D4DC57}">
      <dgm:prSet/>
      <dgm:spPr/>
      <dgm:t>
        <a:bodyPr/>
        <a:lstStyle/>
        <a:p>
          <a:endParaRPr lang="en-US"/>
        </a:p>
      </dgm:t>
    </dgm:pt>
    <dgm:pt modelId="{11A00C92-F710-4AE3-975F-298F718B80AA}" type="sibTrans" cxnId="{0FE05746-A59D-41FC-9DD4-07CC53D4DC57}">
      <dgm:prSet/>
      <dgm:spPr/>
      <dgm:t>
        <a:bodyPr/>
        <a:lstStyle/>
        <a:p>
          <a:endParaRPr lang="en-US"/>
        </a:p>
      </dgm:t>
    </dgm:pt>
    <dgm:pt modelId="{D1B996D8-B067-40C9-803E-72454A6A5B2D}">
      <dgm:prSet/>
      <dgm:spPr/>
      <dgm:t>
        <a:bodyPr/>
        <a:lstStyle/>
        <a:p>
          <a:r>
            <a:rPr lang="en-US"/>
            <a:t>Example: 'I am going to' → [school, market, bed]</a:t>
          </a:r>
        </a:p>
      </dgm:t>
    </dgm:pt>
    <dgm:pt modelId="{505A43A7-347D-49FB-A975-7EA95F6C7B7F}" type="parTrans" cxnId="{F6C623AD-033C-4C6D-B92B-62C86EC2247A}">
      <dgm:prSet/>
      <dgm:spPr/>
      <dgm:t>
        <a:bodyPr/>
        <a:lstStyle/>
        <a:p>
          <a:endParaRPr lang="en-US"/>
        </a:p>
      </dgm:t>
    </dgm:pt>
    <dgm:pt modelId="{1D29D349-1BA0-4888-B17A-13D6C83C3ADC}" type="sibTrans" cxnId="{F6C623AD-033C-4C6D-B92B-62C86EC2247A}">
      <dgm:prSet/>
      <dgm:spPr/>
      <dgm:t>
        <a:bodyPr/>
        <a:lstStyle/>
        <a:p>
          <a:endParaRPr lang="en-US"/>
        </a:p>
      </dgm:t>
    </dgm:pt>
    <dgm:pt modelId="{E8332936-66F7-4FDA-AC75-EAE348DBCEF1}" type="pres">
      <dgm:prSet presAssocID="{12B87CB6-4432-44D3-BF40-22D92DA88DE7}" presName="root" presStyleCnt="0">
        <dgm:presLayoutVars>
          <dgm:dir/>
          <dgm:resizeHandles val="exact"/>
        </dgm:presLayoutVars>
      </dgm:prSet>
      <dgm:spPr/>
    </dgm:pt>
    <dgm:pt modelId="{59F4942A-A8B8-43A6-A817-1169EF9A251B}" type="pres">
      <dgm:prSet presAssocID="{53B18A33-A965-442C-A762-3EB7B5F1675B}" presName="compNode" presStyleCnt="0"/>
      <dgm:spPr/>
    </dgm:pt>
    <dgm:pt modelId="{DE6A0466-8297-45C2-8DB8-37E71226B3BE}" type="pres">
      <dgm:prSet presAssocID="{53B18A33-A965-442C-A762-3EB7B5F1675B}" presName="bgRect" presStyleLbl="bgShp" presStyleIdx="0" presStyleCnt="3" custLinFactNeighborX="-6535" custLinFactNeighborY="-2741"/>
      <dgm:spPr/>
    </dgm:pt>
    <dgm:pt modelId="{5999F494-7C23-4F73-853C-E2A29856BA20}" type="pres">
      <dgm:prSet presAssocID="{53B18A33-A965-442C-A762-3EB7B5F1675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5BF8DF3B-CB7F-43B4-9A56-C9368C415F31}" type="pres">
      <dgm:prSet presAssocID="{53B18A33-A965-442C-A762-3EB7B5F1675B}" presName="spaceRect" presStyleCnt="0"/>
      <dgm:spPr/>
    </dgm:pt>
    <dgm:pt modelId="{D292A0E5-9619-4E02-B902-39D74B2807C2}" type="pres">
      <dgm:prSet presAssocID="{53B18A33-A965-442C-A762-3EB7B5F1675B}" presName="parTx" presStyleLbl="revTx" presStyleIdx="0" presStyleCnt="3">
        <dgm:presLayoutVars>
          <dgm:chMax val="0"/>
          <dgm:chPref val="0"/>
        </dgm:presLayoutVars>
      </dgm:prSet>
      <dgm:spPr/>
    </dgm:pt>
    <dgm:pt modelId="{BA290D67-C1D4-422E-93BE-8A6F65C97C51}" type="pres">
      <dgm:prSet presAssocID="{32703DE0-5696-4F79-BAAF-9D117E51A2F3}" presName="sibTrans" presStyleCnt="0"/>
      <dgm:spPr/>
    </dgm:pt>
    <dgm:pt modelId="{5B3D4EF9-BF61-4A0C-90B3-186E59A1C8B9}" type="pres">
      <dgm:prSet presAssocID="{D0491A47-9E3B-4901-B78B-97AE7C891E9A}" presName="compNode" presStyleCnt="0"/>
      <dgm:spPr/>
    </dgm:pt>
    <dgm:pt modelId="{978C3072-5DDA-4A0B-B5AE-999602D18798}" type="pres">
      <dgm:prSet presAssocID="{D0491A47-9E3B-4901-B78B-97AE7C891E9A}" presName="bgRect" presStyleLbl="bgShp" presStyleIdx="1" presStyleCnt="3"/>
      <dgm:spPr/>
    </dgm:pt>
    <dgm:pt modelId="{BED76A05-743F-4368-80E4-9E1BA012E7F7}" type="pres">
      <dgm:prSet presAssocID="{D0491A47-9E3B-4901-B78B-97AE7C891E9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70C8743-BB63-4806-A65A-C41A38E7009C}" type="pres">
      <dgm:prSet presAssocID="{D0491A47-9E3B-4901-B78B-97AE7C891E9A}" presName="spaceRect" presStyleCnt="0"/>
      <dgm:spPr/>
    </dgm:pt>
    <dgm:pt modelId="{F0CE8EA2-FF08-485A-82E1-E13251B140E5}" type="pres">
      <dgm:prSet presAssocID="{D0491A47-9E3B-4901-B78B-97AE7C891E9A}" presName="parTx" presStyleLbl="revTx" presStyleIdx="1" presStyleCnt="3">
        <dgm:presLayoutVars>
          <dgm:chMax val="0"/>
          <dgm:chPref val="0"/>
        </dgm:presLayoutVars>
      </dgm:prSet>
      <dgm:spPr/>
    </dgm:pt>
    <dgm:pt modelId="{452B07FE-0678-4A22-B53B-6F9D4AA61B85}" type="pres">
      <dgm:prSet presAssocID="{11A00C92-F710-4AE3-975F-298F718B80AA}" presName="sibTrans" presStyleCnt="0"/>
      <dgm:spPr/>
    </dgm:pt>
    <dgm:pt modelId="{65BA4DA7-1894-4DB1-ABC4-518653E9E0EF}" type="pres">
      <dgm:prSet presAssocID="{D1B996D8-B067-40C9-803E-72454A6A5B2D}" presName="compNode" presStyleCnt="0"/>
      <dgm:spPr/>
    </dgm:pt>
    <dgm:pt modelId="{8D18104A-AFE7-45AF-81B2-A457A5AFA24E}" type="pres">
      <dgm:prSet presAssocID="{D1B996D8-B067-40C9-803E-72454A6A5B2D}" presName="bgRect" presStyleLbl="bgShp" presStyleIdx="2" presStyleCnt="3" custLinFactNeighborX="-214"/>
      <dgm:spPr/>
    </dgm:pt>
    <dgm:pt modelId="{B8EEFBBD-FB2F-423C-9E30-27C25F471B70}" type="pres">
      <dgm:prSet presAssocID="{D1B996D8-B067-40C9-803E-72454A6A5B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646594D1-F833-49A3-8327-7A9F63CB732D}" type="pres">
      <dgm:prSet presAssocID="{D1B996D8-B067-40C9-803E-72454A6A5B2D}" presName="spaceRect" presStyleCnt="0"/>
      <dgm:spPr/>
    </dgm:pt>
    <dgm:pt modelId="{68F53E78-23DF-4FDE-8C02-90BA83BBB775}" type="pres">
      <dgm:prSet presAssocID="{D1B996D8-B067-40C9-803E-72454A6A5B2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02EFA0B-0E9C-4D78-9552-198377CFD9CE}" type="presOf" srcId="{53B18A33-A965-442C-A762-3EB7B5F1675B}" destId="{D292A0E5-9619-4E02-B902-39D74B2807C2}" srcOrd="0" destOrd="0" presId="urn:microsoft.com/office/officeart/2018/2/layout/IconVerticalSolidList"/>
    <dgm:cxn modelId="{941E9E24-0C0D-4BCC-8FFD-C6BD90CEEB2A}" type="presOf" srcId="{12B87CB6-4432-44D3-BF40-22D92DA88DE7}" destId="{E8332936-66F7-4FDA-AC75-EAE348DBCEF1}" srcOrd="0" destOrd="0" presId="urn:microsoft.com/office/officeart/2018/2/layout/IconVerticalSolidList"/>
    <dgm:cxn modelId="{8E5B0B40-441E-4C32-AE97-AB37B34C149B}" srcId="{12B87CB6-4432-44D3-BF40-22D92DA88DE7}" destId="{53B18A33-A965-442C-A762-3EB7B5F1675B}" srcOrd="0" destOrd="0" parTransId="{2CFF1F23-FA6D-488E-8167-E65404C0A827}" sibTransId="{32703DE0-5696-4F79-BAAF-9D117E51A2F3}"/>
    <dgm:cxn modelId="{0FE05746-A59D-41FC-9DD4-07CC53D4DC57}" srcId="{12B87CB6-4432-44D3-BF40-22D92DA88DE7}" destId="{D0491A47-9E3B-4901-B78B-97AE7C891E9A}" srcOrd="1" destOrd="0" parTransId="{88FDA330-85EC-42C6-9AA7-20ECA9C6B249}" sibTransId="{11A00C92-F710-4AE3-975F-298F718B80AA}"/>
    <dgm:cxn modelId="{65C3CA77-41C5-46F9-9FE8-E13B09A4D662}" type="presOf" srcId="{D0491A47-9E3B-4901-B78B-97AE7C891E9A}" destId="{F0CE8EA2-FF08-485A-82E1-E13251B140E5}" srcOrd="0" destOrd="0" presId="urn:microsoft.com/office/officeart/2018/2/layout/IconVerticalSolidList"/>
    <dgm:cxn modelId="{4CDDC090-4997-4921-BD43-0D4344F27E8D}" type="presOf" srcId="{D1B996D8-B067-40C9-803E-72454A6A5B2D}" destId="{68F53E78-23DF-4FDE-8C02-90BA83BBB775}" srcOrd="0" destOrd="0" presId="urn:microsoft.com/office/officeart/2018/2/layout/IconVerticalSolidList"/>
    <dgm:cxn modelId="{F6C623AD-033C-4C6D-B92B-62C86EC2247A}" srcId="{12B87CB6-4432-44D3-BF40-22D92DA88DE7}" destId="{D1B996D8-B067-40C9-803E-72454A6A5B2D}" srcOrd="2" destOrd="0" parTransId="{505A43A7-347D-49FB-A975-7EA95F6C7B7F}" sibTransId="{1D29D349-1BA0-4888-B17A-13D6C83C3ADC}"/>
    <dgm:cxn modelId="{412F4D3C-689A-4257-A3C0-87285270ADB2}" type="presParOf" srcId="{E8332936-66F7-4FDA-AC75-EAE348DBCEF1}" destId="{59F4942A-A8B8-43A6-A817-1169EF9A251B}" srcOrd="0" destOrd="0" presId="urn:microsoft.com/office/officeart/2018/2/layout/IconVerticalSolidList"/>
    <dgm:cxn modelId="{27FE6F7C-167D-4CFA-BBFA-F1BFC910E6ED}" type="presParOf" srcId="{59F4942A-A8B8-43A6-A817-1169EF9A251B}" destId="{DE6A0466-8297-45C2-8DB8-37E71226B3BE}" srcOrd="0" destOrd="0" presId="urn:microsoft.com/office/officeart/2018/2/layout/IconVerticalSolidList"/>
    <dgm:cxn modelId="{4E1B0744-6152-4E0E-B6ED-381EBB1ED3D2}" type="presParOf" srcId="{59F4942A-A8B8-43A6-A817-1169EF9A251B}" destId="{5999F494-7C23-4F73-853C-E2A29856BA20}" srcOrd="1" destOrd="0" presId="urn:microsoft.com/office/officeart/2018/2/layout/IconVerticalSolidList"/>
    <dgm:cxn modelId="{2F3532E9-F16B-45F6-9322-8239523677A2}" type="presParOf" srcId="{59F4942A-A8B8-43A6-A817-1169EF9A251B}" destId="{5BF8DF3B-CB7F-43B4-9A56-C9368C415F31}" srcOrd="2" destOrd="0" presId="urn:microsoft.com/office/officeart/2018/2/layout/IconVerticalSolidList"/>
    <dgm:cxn modelId="{C8E3F0B9-E1BB-422E-AFFB-3A87EFD6D8BF}" type="presParOf" srcId="{59F4942A-A8B8-43A6-A817-1169EF9A251B}" destId="{D292A0E5-9619-4E02-B902-39D74B2807C2}" srcOrd="3" destOrd="0" presId="urn:microsoft.com/office/officeart/2018/2/layout/IconVerticalSolidList"/>
    <dgm:cxn modelId="{025EB860-7A0D-431D-B740-988E577FC7CE}" type="presParOf" srcId="{E8332936-66F7-4FDA-AC75-EAE348DBCEF1}" destId="{BA290D67-C1D4-422E-93BE-8A6F65C97C51}" srcOrd="1" destOrd="0" presId="urn:microsoft.com/office/officeart/2018/2/layout/IconVerticalSolidList"/>
    <dgm:cxn modelId="{0EA40190-2C7D-4450-A47B-68B09BFE2A53}" type="presParOf" srcId="{E8332936-66F7-4FDA-AC75-EAE348DBCEF1}" destId="{5B3D4EF9-BF61-4A0C-90B3-186E59A1C8B9}" srcOrd="2" destOrd="0" presId="urn:microsoft.com/office/officeart/2018/2/layout/IconVerticalSolidList"/>
    <dgm:cxn modelId="{5A765D18-DAB9-4B3E-8BEB-D4C7011959EC}" type="presParOf" srcId="{5B3D4EF9-BF61-4A0C-90B3-186E59A1C8B9}" destId="{978C3072-5DDA-4A0B-B5AE-999602D18798}" srcOrd="0" destOrd="0" presId="urn:microsoft.com/office/officeart/2018/2/layout/IconVerticalSolidList"/>
    <dgm:cxn modelId="{30DDDB9B-4312-49B6-97E7-6F0E0FE4B51C}" type="presParOf" srcId="{5B3D4EF9-BF61-4A0C-90B3-186E59A1C8B9}" destId="{BED76A05-743F-4368-80E4-9E1BA012E7F7}" srcOrd="1" destOrd="0" presId="urn:microsoft.com/office/officeart/2018/2/layout/IconVerticalSolidList"/>
    <dgm:cxn modelId="{04ACA5AA-8760-4716-BA6E-11D745E4F20C}" type="presParOf" srcId="{5B3D4EF9-BF61-4A0C-90B3-186E59A1C8B9}" destId="{D70C8743-BB63-4806-A65A-C41A38E7009C}" srcOrd="2" destOrd="0" presId="urn:microsoft.com/office/officeart/2018/2/layout/IconVerticalSolidList"/>
    <dgm:cxn modelId="{F646B359-CAA9-4C2D-90DB-655E88BE0FB4}" type="presParOf" srcId="{5B3D4EF9-BF61-4A0C-90B3-186E59A1C8B9}" destId="{F0CE8EA2-FF08-485A-82E1-E13251B140E5}" srcOrd="3" destOrd="0" presId="urn:microsoft.com/office/officeart/2018/2/layout/IconVerticalSolidList"/>
    <dgm:cxn modelId="{56F62C0F-A2CB-48D8-A54C-68804BDF4514}" type="presParOf" srcId="{E8332936-66F7-4FDA-AC75-EAE348DBCEF1}" destId="{452B07FE-0678-4A22-B53B-6F9D4AA61B85}" srcOrd="3" destOrd="0" presId="urn:microsoft.com/office/officeart/2018/2/layout/IconVerticalSolidList"/>
    <dgm:cxn modelId="{1B9A8B43-D6C1-4D0D-96A9-1231DD66599A}" type="presParOf" srcId="{E8332936-66F7-4FDA-AC75-EAE348DBCEF1}" destId="{65BA4DA7-1894-4DB1-ABC4-518653E9E0EF}" srcOrd="4" destOrd="0" presId="urn:microsoft.com/office/officeart/2018/2/layout/IconVerticalSolidList"/>
    <dgm:cxn modelId="{DD5A83D0-9A58-40B7-94B2-3EFF8F6A6897}" type="presParOf" srcId="{65BA4DA7-1894-4DB1-ABC4-518653E9E0EF}" destId="{8D18104A-AFE7-45AF-81B2-A457A5AFA24E}" srcOrd="0" destOrd="0" presId="urn:microsoft.com/office/officeart/2018/2/layout/IconVerticalSolidList"/>
    <dgm:cxn modelId="{E49A88B4-08E3-4DA2-B0D9-D4AF51CA2D32}" type="presParOf" srcId="{65BA4DA7-1894-4DB1-ABC4-518653E9E0EF}" destId="{B8EEFBBD-FB2F-423C-9E30-27C25F471B70}" srcOrd="1" destOrd="0" presId="urn:microsoft.com/office/officeart/2018/2/layout/IconVerticalSolidList"/>
    <dgm:cxn modelId="{C6AD4205-BC2D-4A92-90F1-2F4E0C163528}" type="presParOf" srcId="{65BA4DA7-1894-4DB1-ABC4-518653E9E0EF}" destId="{646594D1-F833-49A3-8327-7A9F63CB732D}" srcOrd="2" destOrd="0" presId="urn:microsoft.com/office/officeart/2018/2/layout/IconVerticalSolidList"/>
    <dgm:cxn modelId="{5EA76A1E-07D4-4E50-9DA8-1E5191E5054C}" type="presParOf" srcId="{65BA4DA7-1894-4DB1-ABC4-518653E9E0EF}" destId="{68F53E78-23DF-4FDE-8C02-90BA83BBB7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1FAF05-C9B2-44D6-9576-8CB8AB74A45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F65888E-623E-4ECC-A057-AA9EF3DCC017}">
      <dgm:prSet/>
      <dgm:spPr/>
      <dgm:t>
        <a:bodyPr/>
        <a:lstStyle/>
        <a:p>
          <a:r>
            <a:rPr lang="en-US"/>
            <a:t>Neural embeddings: Word2Vec, GloVe</a:t>
          </a:r>
        </a:p>
      </dgm:t>
    </dgm:pt>
    <dgm:pt modelId="{2FFCFA87-64E3-40C5-AF7D-451B62592E75}" type="parTrans" cxnId="{FF5CD4EC-07C3-4329-95E3-50080EF98DAF}">
      <dgm:prSet/>
      <dgm:spPr/>
      <dgm:t>
        <a:bodyPr/>
        <a:lstStyle/>
        <a:p>
          <a:endParaRPr lang="en-US"/>
        </a:p>
      </dgm:t>
    </dgm:pt>
    <dgm:pt modelId="{0B3849FA-04EA-4FE7-B017-33B70F9F9730}" type="sibTrans" cxnId="{FF5CD4EC-07C3-4329-95E3-50080EF98DAF}">
      <dgm:prSet/>
      <dgm:spPr/>
      <dgm:t>
        <a:bodyPr/>
        <a:lstStyle/>
        <a:p>
          <a:endParaRPr lang="en-US"/>
        </a:p>
      </dgm:t>
    </dgm:pt>
    <dgm:pt modelId="{FBFF6C1E-5019-42B2-8824-8D4DBB816A47}">
      <dgm:prSet/>
      <dgm:spPr/>
      <dgm:t>
        <a:bodyPr/>
        <a:lstStyle/>
        <a:p>
          <a:r>
            <a:rPr lang="en-US"/>
            <a:t>Dense vectors capture semantic meaning</a:t>
          </a:r>
        </a:p>
      </dgm:t>
    </dgm:pt>
    <dgm:pt modelId="{DC4884F9-4C5B-4220-9F80-EE1E0A6BB02B}" type="parTrans" cxnId="{DD5BD4F2-6F9E-45CC-8888-590D313E96B5}">
      <dgm:prSet/>
      <dgm:spPr/>
      <dgm:t>
        <a:bodyPr/>
        <a:lstStyle/>
        <a:p>
          <a:endParaRPr lang="en-US"/>
        </a:p>
      </dgm:t>
    </dgm:pt>
    <dgm:pt modelId="{C96E877C-ECEE-449B-8706-3AA2FA39BBD2}" type="sibTrans" cxnId="{DD5BD4F2-6F9E-45CC-8888-590D313E96B5}">
      <dgm:prSet/>
      <dgm:spPr/>
      <dgm:t>
        <a:bodyPr/>
        <a:lstStyle/>
        <a:p>
          <a:endParaRPr lang="en-US"/>
        </a:p>
      </dgm:t>
    </dgm:pt>
    <dgm:pt modelId="{65A55DDE-4991-4DC8-9EC1-4F4F3D8F6C0D}">
      <dgm:prSet/>
      <dgm:spPr/>
      <dgm:t>
        <a:bodyPr/>
        <a:lstStyle/>
        <a:p>
          <a:r>
            <a:rPr lang="en-US"/>
            <a:t>Vector arithmetic: king - man + woman ≈ queen</a:t>
          </a:r>
        </a:p>
      </dgm:t>
    </dgm:pt>
    <dgm:pt modelId="{F1B72240-587E-4C38-B9D9-277A2BFE2512}" type="parTrans" cxnId="{CD7C70F6-12D6-4EA8-A74A-3F921368EDF5}">
      <dgm:prSet/>
      <dgm:spPr/>
      <dgm:t>
        <a:bodyPr/>
        <a:lstStyle/>
        <a:p>
          <a:endParaRPr lang="en-US"/>
        </a:p>
      </dgm:t>
    </dgm:pt>
    <dgm:pt modelId="{CA55667E-A677-4A79-9D14-3383BECD89FB}" type="sibTrans" cxnId="{CD7C70F6-12D6-4EA8-A74A-3F921368EDF5}">
      <dgm:prSet/>
      <dgm:spPr/>
      <dgm:t>
        <a:bodyPr/>
        <a:lstStyle/>
        <a:p>
          <a:endParaRPr lang="en-US"/>
        </a:p>
      </dgm:t>
    </dgm:pt>
    <dgm:pt modelId="{FDE65424-AACB-4702-BAFB-EA6A90B03230}">
      <dgm:prSet/>
      <dgm:spPr/>
      <dgm:t>
        <a:bodyPr/>
        <a:lstStyle/>
        <a:p>
          <a:r>
            <a:rPr lang="en-US"/>
            <a:t>Visualization: PCA/t-SNE of embeddings</a:t>
          </a:r>
        </a:p>
      </dgm:t>
    </dgm:pt>
    <dgm:pt modelId="{2C0DE6A3-2813-464C-9209-BAC22B6239AA}" type="parTrans" cxnId="{51FA90B4-5761-4468-B198-C38C66FC6FDD}">
      <dgm:prSet/>
      <dgm:spPr/>
      <dgm:t>
        <a:bodyPr/>
        <a:lstStyle/>
        <a:p>
          <a:endParaRPr lang="en-US"/>
        </a:p>
      </dgm:t>
    </dgm:pt>
    <dgm:pt modelId="{4A2CDE2B-C3F3-4EEA-B841-3743C4FD5795}" type="sibTrans" cxnId="{51FA90B4-5761-4468-B198-C38C66FC6FDD}">
      <dgm:prSet/>
      <dgm:spPr/>
      <dgm:t>
        <a:bodyPr/>
        <a:lstStyle/>
        <a:p>
          <a:endParaRPr lang="en-US"/>
        </a:p>
      </dgm:t>
    </dgm:pt>
    <dgm:pt modelId="{890B5107-B8BA-4BB6-B2CA-A4CD7984CFE8}" type="pres">
      <dgm:prSet presAssocID="{8D1FAF05-C9B2-44D6-9576-8CB8AB74A453}" presName="root" presStyleCnt="0">
        <dgm:presLayoutVars>
          <dgm:dir/>
          <dgm:resizeHandles val="exact"/>
        </dgm:presLayoutVars>
      </dgm:prSet>
      <dgm:spPr/>
    </dgm:pt>
    <dgm:pt modelId="{CD9A3694-E310-4409-9FAB-85F3726E590F}" type="pres">
      <dgm:prSet presAssocID="{7F65888E-623E-4ECC-A057-AA9EF3DCC017}" presName="compNode" presStyleCnt="0"/>
      <dgm:spPr/>
    </dgm:pt>
    <dgm:pt modelId="{CBA612D5-7DE4-4FCA-9A3F-CF0CA2F1B38A}" type="pres">
      <dgm:prSet presAssocID="{7F65888E-623E-4ECC-A057-AA9EF3DCC017}" presName="bgRect" presStyleLbl="bgShp" presStyleIdx="0" presStyleCnt="4" custLinFactNeighborX="247"/>
      <dgm:spPr/>
    </dgm:pt>
    <dgm:pt modelId="{3A5613EE-89F8-434B-9FCC-C6135058D202}" type="pres">
      <dgm:prSet presAssocID="{7F65888E-623E-4ECC-A057-AA9EF3DCC0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EC70D79C-9828-495F-985B-85903A5674E8}" type="pres">
      <dgm:prSet presAssocID="{7F65888E-623E-4ECC-A057-AA9EF3DCC017}" presName="spaceRect" presStyleCnt="0"/>
      <dgm:spPr/>
    </dgm:pt>
    <dgm:pt modelId="{56A2D4E2-3D90-432C-98F1-6709126E0584}" type="pres">
      <dgm:prSet presAssocID="{7F65888E-623E-4ECC-A057-AA9EF3DCC017}" presName="parTx" presStyleLbl="revTx" presStyleIdx="0" presStyleCnt="4">
        <dgm:presLayoutVars>
          <dgm:chMax val="0"/>
          <dgm:chPref val="0"/>
        </dgm:presLayoutVars>
      </dgm:prSet>
      <dgm:spPr/>
    </dgm:pt>
    <dgm:pt modelId="{120C34E1-1057-4B4E-AC51-9F599934B459}" type="pres">
      <dgm:prSet presAssocID="{0B3849FA-04EA-4FE7-B017-33B70F9F9730}" presName="sibTrans" presStyleCnt="0"/>
      <dgm:spPr/>
    </dgm:pt>
    <dgm:pt modelId="{1DF81E77-C444-481D-8765-16EC0218BA54}" type="pres">
      <dgm:prSet presAssocID="{FBFF6C1E-5019-42B2-8824-8D4DBB816A47}" presName="compNode" presStyleCnt="0"/>
      <dgm:spPr/>
    </dgm:pt>
    <dgm:pt modelId="{DCE8CD7D-2556-4E86-9BB7-F6DE7FDF74D9}" type="pres">
      <dgm:prSet presAssocID="{FBFF6C1E-5019-42B2-8824-8D4DBB816A47}" presName="bgRect" presStyleLbl="bgShp" presStyleIdx="1" presStyleCnt="4"/>
      <dgm:spPr/>
    </dgm:pt>
    <dgm:pt modelId="{2DBAB285-618C-49A8-B9AE-E68B28DEE91B}" type="pres">
      <dgm:prSet presAssocID="{FBFF6C1E-5019-42B2-8824-8D4DBB816A4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9946BD4-1D0E-4C63-8326-B8A047043CC2}" type="pres">
      <dgm:prSet presAssocID="{FBFF6C1E-5019-42B2-8824-8D4DBB816A47}" presName="spaceRect" presStyleCnt="0"/>
      <dgm:spPr/>
    </dgm:pt>
    <dgm:pt modelId="{6F233CF0-3479-4652-9816-1157FD572C87}" type="pres">
      <dgm:prSet presAssocID="{FBFF6C1E-5019-42B2-8824-8D4DBB816A47}" presName="parTx" presStyleLbl="revTx" presStyleIdx="1" presStyleCnt="4">
        <dgm:presLayoutVars>
          <dgm:chMax val="0"/>
          <dgm:chPref val="0"/>
        </dgm:presLayoutVars>
      </dgm:prSet>
      <dgm:spPr/>
    </dgm:pt>
    <dgm:pt modelId="{1145B2B3-520E-4175-A284-B45AB4DD45CC}" type="pres">
      <dgm:prSet presAssocID="{C96E877C-ECEE-449B-8706-3AA2FA39BBD2}" presName="sibTrans" presStyleCnt="0"/>
      <dgm:spPr/>
    </dgm:pt>
    <dgm:pt modelId="{6805D0C6-1259-4076-8E5E-748F59344989}" type="pres">
      <dgm:prSet presAssocID="{65A55DDE-4991-4DC8-9EC1-4F4F3D8F6C0D}" presName="compNode" presStyleCnt="0"/>
      <dgm:spPr/>
    </dgm:pt>
    <dgm:pt modelId="{08B49B32-97D5-44CB-BA89-36D0DF11ABCB}" type="pres">
      <dgm:prSet presAssocID="{65A55DDE-4991-4DC8-9EC1-4F4F3D8F6C0D}" presName="bgRect" presStyleLbl="bgShp" presStyleIdx="2" presStyleCnt="4"/>
      <dgm:spPr/>
    </dgm:pt>
    <dgm:pt modelId="{DAEC05BD-EC6D-4D2A-91D0-38956EEAC49D}" type="pres">
      <dgm:prSet presAssocID="{65A55DDE-4991-4DC8-9EC1-4F4F3D8F6C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DD53D437-4405-4A83-9DE7-ACEEB0F9E659}" type="pres">
      <dgm:prSet presAssocID="{65A55DDE-4991-4DC8-9EC1-4F4F3D8F6C0D}" presName="spaceRect" presStyleCnt="0"/>
      <dgm:spPr/>
    </dgm:pt>
    <dgm:pt modelId="{94705355-E0C7-4A35-BD2E-578F695EFD69}" type="pres">
      <dgm:prSet presAssocID="{65A55DDE-4991-4DC8-9EC1-4F4F3D8F6C0D}" presName="parTx" presStyleLbl="revTx" presStyleIdx="2" presStyleCnt="4">
        <dgm:presLayoutVars>
          <dgm:chMax val="0"/>
          <dgm:chPref val="0"/>
        </dgm:presLayoutVars>
      </dgm:prSet>
      <dgm:spPr/>
    </dgm:pt>
    <dgm:pt modelId="{1C931B38-9838-4D8B-999D-A34C01DDE16B}" type="pres">
      <dgm:prSet presAssocID="{CA55667E-A677-4A79-9D14-3383BECD89FB}" presName="sibTrans" presStyleCnt="0"/>
      <dgm:spPr/>
    </dgm:pt>
    <dgm:pt modelId="{3FF1A15B-4842-4AC4-861F-F37D59ADFAE4}" type="pres">
      <dgm:prSet presAssocID="{FDE65424-AACB-4702-BAFB-EA6A90B03230}" presName="compNode" presStyleCnt="0"/>
      <dgm:spPr/>
    </dgm:pt>
    <dgm:pt modelId="{57773B1C-46B3-43C6-BB69-6E725D738C7C}" type="pres">
      <dgm:prSet presAssocID="{FDE65424-AACB-4702-BAFB-EA6A90B03230}" presName="bgRect" presStyleLbl="bgShp" presStyleIdx="3" presStyleCnt="4" custLinFactY="29646" custLinFactNeighborX="29356" custLinFactNeighborY="100000"/>
      <dgm:spPr/>
    </dgm:pt>
    <dgm:pt modelId="{24506A4B-0100-474C-8018-5397F2B7C84F}" type="pres">
      <dgm:prSet presAssocID="{FDE65424-AACB-4702-BAFB-EA6A90B032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CD2C5DA-9263-4463-8EF6-DD2FC8D4A2F6}" type="pres">
      <dgm:prSet presAssocID="{FDE65424-AACB-4702-BAFB-EA6A90B03230}" presName="spaceRect" presStyleCnt="0"/>
      <dgm:spPr/>
    </dgm:pt>
    <dgm:pt modelId="{B9B76F3A-B8DF-4F89-A343-461053D1165E}" type="pres">
      <dgm:prSet presAssocID="{FDE65424-AACB-4702-BAFB-EA6A90B0323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43E2212-CD67-4399-B0C8-4D73726FF003}" type="presOf" srcId="{FBFF6C1E-5019-42B2-8824-8D4DBB816A47}" destId="{6F233CF0-3479-4652-9816-1157FD572C87}" srcOrd="0" destOrd="0" presId="urn:microsoft.com/office/officeart/2018/2/layout/IconVerticalSolidList"/>
    <dgm:cxn modelId="{1B20A098-306D-4120-A56D-701AB54083F7}" type="presOf" srcId="{65A55DDE-4991-4DC8-9EC1-4F4F3D8F6C0D}" destId="{94705355-E0C7-4A35-BD2E-578F695EFD69}" srcOrd="0" destOrd="0" presId="urn:microsoft.com/office/officeart/2018/2/layout/IconVerticalSolidList"/>
    <dgm:cxn modelId="{B7AD67A8-629E-4C36-B9CE-CB838B9B774C}" type="presOf" srcId="{8D1FAF05-C9B2-44D6-9576-8CB8AB74A453}" destId="{890B5107-B8BA-4BB6-B2CA-A4CD7984CFE8}" srcOrd="0" destOrd="0" presId="urn:microsoft.com/office/officeart/2018/2/layout/IconVerticalSolidList"/>
    <dgm:cxn modelId="{51FA90B4-5761-4468-B198-C38C66FC6FDD}" srcId="{8D1FAF05-C9B2-44D6-9576-8CB8AB74A453}" destId="{FDE65424-AACB-4702-BAFB-EA6A90B03230}" srcOrd="3" destOrd="0" parTransId="{2C0DE6A3-2813-464C-9209-BAC22B6239AA}" sibTransId="{4A2CDE2B-C3F3-4EEA-B841-3743C4FD5795}"/>
    <dgm:cxn modelId="{7DABAAC3-9178-4191-94B2-8D0B21EE0647}" type="presOf" srcId="{7F65888E-623E-4ECC-A057-AA9EF3DCC017}" destId="{56A2D4E2-3D90-432C-98F1-6709126E0584}" srcOrd="0" destOrd="0" presId="urn:microsoft.com/office/officeart/2018/2/layout/IconVerticalSolidList"/>
    <dgm:cxn modelId="{FF5CD4EC-07C3-4329-95E3-50080EF98DAF}" srcId="{8D1FAF05-C9B2-44D6-9576-8CB8AB74A453}" destId="{7F65888E-623E-4ECC-A057-AA9EF3DCC017}" srcOrd="0" destOrd="0" parTransId="{2FFCFA87-64E3-40C5-AF7D-451B62592E75}" sibTransId="{0B3849FA-04EA-4FE7-B017-33B70F9F9730}"/>
    <dgm:cxn modelId="{DD5BD4F2-6F9E-45CC-8888-590D313E96B5}" srcId="{8D1FAF05-C9B2-44D6-9576-8CB8AB74A453}" destId="{FBFF6C1E-5019-42B2-8824-8D4DBB816A47}" srcOrd="1" destOrd="0" parTransId="{DC4884F9-4C5B-4220-9F80-EE1E0A6BB02B}" sibTransId="{C96E877C-ECEE-449B-8706-3AA2FA39BBD2}"/>
    <dgm:cxn modelId="{69825FF4-EB38-4D16-9996-A7F0240C7989}" type="presOf" srcId="{FDE65424-AACB-4702-BAFB-EA6A90B03230}" destId="{B9B76F3A-B8DF-4F89-A343-461053D1165E}" srcOrd="0" destOrd="0" presId="urn:microsoft.com/office/officeart/2018/2/layout/IconVerticalSolidList"/>
    <dgm:cxn modelId="{CD7C70F6-12D6-4EA8-A74A-3F921368EDF5}" srcId="{8D1FAF05-C9B2-44D6-9576-8CB8AB74A453}" destId="{65A55DDE-4991-4DC8-9EC1-4F4F3D8F6C0D}" srcOrd="2" destOrd="0" parTransId="{F1B72240-587E-4C38-B9D9-277A2BFE2512}" sibTransId="{CA55667E-A677-4A79-9D14-3383BECD89FB}"/>
    <dgm:cxn modelId="{4F14594F-DCB4-415B-A8A0-3DD6CFB954CB}" type="presParOf" srcId="{890B5107-B8BA-4BB6-B2CA-A4CD7984CFE8}" destId="{CD9A3694-E310-4409-9FAB-85F3726E590F}" srcOrd="0" destOrd="0" presId="urn:microsoft.com/office/officeart/2018/2/layout/IconVerticalSolidList"/>
    <dgm:cxn modelId="{2C3F2EF6-11F9-434A-8A99-F77D1D21D387}" type="presParOf" srcId="{CD9A3694-E310-4409-9FAB-85F3726E590F}" destId="{CBA612D5-7DE4-4FCA-9A3F-CF0CA2F1B38A}" srcOrd="0" destOrd="0" presId="urn:microsoft.com/office/officeart/2018/2/layout/IconVerticalSolidList"/>
    <dgm:cxn modelId="{87B4B837-45EC-4802-8400-4BC566651114}" type="presParOf" srcId="{CD9A3694-E310-4409-9FAB-85F3726E590F}" destId="{3A5613EE-89F8-434B-9FCC-C6135058D202}" srcOrd="1" destOrd="0" presId="urn:microsoft.com/office/officeart/2018/2/layout/IconVerticalSolidList"/>
    <dgm:cxn modelId="{9F771F93-313C-40C4-BA11-22CE1628D735}" type="presParOf" srcId="{CD9A3694-E310-4409-9FAB-85F3726E590F}" destId="{EC70D79C-9828-495F-985B-85903A5674E8}" srcOrd="2" destOrd="0" presId="urn:microsoft.com/office/officeart/2018/2/layout/IconVerticalSolidList"/>
    <dgm:cxn modelId="{20BE6142-EF8B-44EE-976D-9C5720D82989}" type="presParOf" srcId="{CD9A3694-E310-4409-9FAB-85F3726E590F}" destId="{56A2D4E2-3D90-432C-98F1-6709126E0584}" srcOrd="3" destOrd="0" presId="urn:microsoft.com/office/officeart/2018/2/layout/IconVerticalSolidList"/>
    <dgm:cxn modelId="{F17D6E68-C30A-4180-91A5-C3C64D52DCCC}" type="presParOf" srcId="{890B5107-B8BA-4BB6-B2CA-A4CD7984CFE8}" destId="{120C34E1-1057-4B4E-AC51-9F599934B459}" srcOrd="1" destOrd="0" presId="urn:microsoft.com/office/officeart/2018/2/layout/IconVerticalSolidList"/>
    <dgm:cxn modelId="{4E361730-14FC-4D7F-9B3E-F9D8CD19C406}" type="presParOf" srcId="{890B5107-B8BA-4BB6-B2CA-A4CD7984CFE8}" destId="{1DF81E77-C444-481D-8765-16EC0218BA54}" srcOrd="2" destOrd="0" presId="urn:microsoft.com/office/officeart/2018/2/layout/IconVerticalSolidList"/>
    <dgm:cxn modelId="{084BF3B2-472F-4FA5-A303-C5D1C4C74C09}" type="presParOf" srcId="{1DF81E77-C444-481D-8765-16EC0218BA54}" destId="{DCE8CD7D-2556-4E86-9BB7-F6DE7FDF74D9}" srcOrd="0" destOrd="0" presId="urn:microsoft.com/office/officeart/2018/2/layout/IconVerticalSolidList"/>
    <dgm:cxn modelId="{76349B08-78B0-4D52-8DD5-0AFBB1E292EA}" type="presParOf" srcId="{1DF81E77-C444-481D-8765-16EC0218BA54}" destId="{2DBAB285-618C-49A8-B9AE-E68B28DEE91B}" srcOrd="1" destOrd="0" presId="urn:microsoft.com/office/officeart/2018/2/layout/IconVerticalSolidList"/>
    <dgm:cxn modelId="{452FF249-7F63-4612-BD33-F50040C410BC}" type="presParOf" srcId="{1DF81E77-C444-481D-8765-16EC0218BA54}" destId="{E9946BD4-1D0E-4C63-8326-B8A047043CC2}" srcOrd="2" destOrd="0" presId="urn:microsoft.com/office/officeart/2018/2/layout/IconVerticalSolidList"/>
    <dgm:cxn modelId="{9BA88A6F-8043-44B5-ADD0-9F7D2990D0FC}" type="presParOf" srcId="{1DF81E77-C444-481D-8765-16EC0218BA54}" destId="{6F233CF0-3479-4652-9816-1157FD572C87}" srcOrd="3" destOrd="0" presId="urn:microsoft.com/office/officeart/2018/2/layout/IconVerticalSolidList"/>
    <dgm:cxn modelId="{01F882EA-8CDF-46DD-96E4-A5789617580A}" type="presParOf" srcId="{890B5107-B8BA-4BB6-B2CA-A4CD7984CFE8}" destId="{1145B2B3-520E-4175-A284-B45AB4DD45CC}" srcOrd="3" destOrd="0" presId="urn:microsoft.com/office/officeart/2018/2/layout/IconVerticalSolidList"/>
    <dgm:cxn modelId="{723C4B59-0AC0-420E-BA20-AA586DFBA5F8}" type="presParOf" srcId="{890B5107-B8BA-4BB6-B2CA-A4CD7984CFE8}" destId="{6805D0C6-1259-4076-8E5E-748F59344989}" srcOrd="4" destOrd="0" presId="urn:microsoft.com/office/officeart/2018/2/layout/IconVerticalSolidList"/>
    <dgm:cxn modelId="{9AB27357-1003-4C19-99E0-DAB6802AD051}" type="presParOf" srcId="{6805D0C6-1259-4076-8E5E-748F59344989}" destId="{08B49B32-97D5-44CB-BA89-36D0DF11ABCB}" srcOrd="0" destOrd="0" presId="urn:microsoft.com/office/officeart/2018/2/layout/IconVerticalSolidList"/>
    <dgm:cxn modelId="{FB0A0842-184A-4A5E-8E89-198674025478}" type="presParOf" srcId="{6805D0C6-1259-4076-8E5E-748F59344989}" destId="{DAEC05BD-EC6D-4D2A-91D0-38956EEAC49D}" srcOrd="1" destOrd="0" presId="urn:microsoft.com/office/officeart/2018/2/layout/IconVerticalSolidList"/>
    <dgm:cxn modelId="{8A95556C-4892-4417-826F-1EA6159AED00}" type="presParOf" srcId="{6805D0C6-1259-4076-8E5E-748F59344989}" destId="{DD53D437-4405-4A83-9DE7-ACEEB0F9E659}" srcOrd="2" destOrd="0" presId="urn:microsoft.com/office/officeart/2018/2/layout/IconVerticalSolidList"/>
    <dgm:cxn modelId="{815D6F17-11C3-49DC-B95D-CCB85339D25F}" type="presParOf" srcId="{6805D0C6-1259-4076-8E5E-748F59344989}" destId="{94705355-E0C7-4A35-BD2E-578F695EFD69}" srcOrd="3" destOrd="0" presId="urn:microsoft.com/office/officeart/2018/2/layout/IconVerticalSolidList"/>
    <dgm:cxn modelId="{5CCF1A03-8AD8-4E2E-AB27-585B4A67AEEF}" type="presParOf" srcId="{890B5107-B8BA-4BB6-B2CA-A4CD7984CFE8}" destId="{1C931B38-9838-4D8B-999D-A34C01DDE16B}" srcOrd="5" destOrd="0" presId="urn:microsoft.com/office/officeart/2018/2/layout/IconVerticalSolidList"/>
    <dgm:cxn modelId="{69BECF2D-F7FD-49C3-ABEB-6069FCE691AA}" type="presParOf" srcId="{890B5107-B8BA-4BB6-B2CA-A4CD7984CFE8}" destId="{3FF1A15B-4842-4AC4-861F-F37D59ADFAE4}" srcOrd="6" destOrd="0" presId="urn:microsoft.com/office/officeart/2018/2/layout/IconVerticalSolidList"/>
    <dgm:cxn modelId="{A6ADB8EF-87A6-4B3E-BC9F-CB15F75B1D42}" type="presParOf" srcId="{3FF1A15B-4842-4AC4-861F-F37D59ADFAE4}" destId="{57773B1C-46B3-43C6-BB69-6E725D738C7C}" srcOrd="0" destOrd="0" presId="urn:microsoft.com/office/officeart/2018/2/layout/IconVerticalSolidList"/>
    <dgm:cxn modelId="{664965F5-EF0B-44B5-8058-BDF50AEF5D6A}" type="presParOf" srcId="{3FF1A15B-4842-4AC4-861F-F37D59ADFAE4}" destId="{24506A4B-0100-474C-8018-5397F2B7C84F}" srcOrd="1" destOrd="0" presId="urn:microsoft.com/office/officeart/2018/2/layout/IconVerticalSolidList"/>
    <dgm:cxn modelId="{B5B0FAB5-A04B-41C6-90DF-FB1E70BD5ED4}" type="presParOf" srcId="{3FF1A15B-4842-4AC4-861F-F37D59ADFAE4}" destId="{ACD2C5DA-9263-4463-8EF6-DD2FC8D4A2F6}" srcOrd="2" destOrd="0" presId="urn:microsoft.com/office/officeart/2018/2/layout/IconVerticalSolidList"/>
    <dgm:cxn modelId="{A290D2AD-374A-4BB5-8C7F-3743C7E38D1C}" type="presParOf" srcId="{3FF1A15B-4842-4AC4-861F-F37D59ADFAE4}" destId="{B9B76F3A-B8DF-4F89-A343-461053D116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873049-BFDD-4C7B-9851-28B62B3E322C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6A3C89A-70A5-4F8D-9B34-945D2450BB9C}">
      <dgm:prSet/>
      <dgm:spPr/>
      <dgm:t>
        <a:bodyPr/>
        <a:lstStyle/>
        <a:p>
          <a:r>
            <a:rPr lang="en-US"/>
            <a:t>Autocorrect → Minimum Edit Distance</a:t>
          </a:r>
        </a:p>
      </dgm:t>
    </dgm:pt>
    <dgm:pt modelId="{B6774E35-3BAB-460C-89F5-562D82CC9317}" type="parTrans" cxnId="{35ACE3ED-C376-411F-B328-74D9CEEFE924}">
      <dgm:prSet/>
      <dgm:spPr/>
      <dgm:t>
        <a:bodyPr/>
        <a:lstStyle/>
        <a:p>
          <a:endParaRPr lang="en-US"/>
        </a:p>
      </dgm:t>
    </dgm:pt>
    <dgm:pt modelId="{818CD85B-6D38-42AB-9567-18A77D25403E}" type="sibTrans" cxnId="{35ACE3ED-C376-411F-B328-74D9CEEFE924}">
      <dgm:prSet/>
      <dgm:spPr/>
      <dgm:t>
        <a:bodyPr/>
        <a:lstStyle/>
        <a:p>
          <a:endParaRPr lang="en-US"/>
        </a:p>
      </dgm:t>
    </dgm:pt>
    <dgm:pt modelId="{30E90E82-CC1B-4682-A2E4-1D6721C32E0C}">
      <dgm:prSet/>
      <dgm:spPr/>
      <dgm:t>
        <a:bodyPr/>
        <a:lstStyle/>
        <a:p>
          <a:r>
            <a:rPr lang="en-US"/>
            <a:t>Spellchecker → Edit Distance + Frequency</a:t>
          </a:r>
        </a:p>
      </dgm:t>
    </dgm:pt>
    <dgm:pt modelId="{452D5F08-A95B-4821-B56D-14CE7A7CA501}" type="parTrans" cxnId="{E0C7BA43-2663-46D5-88EE-94FB959B4FFC}">
      <dgm:prSet/>
      <dgm:spPr/>
      <dgm:t>
        <a:bodyPr/>
        <a:lstStyle/>
        <a:p>
          <a:endParaRPr lang="en-US"/>
        </a:p>
      </dgm:t>
    </dgm:pt>
    <dgm:pt modelId="{B284F43B-7793-44D4-A45C-87C9F05C42E0}" type="sibTrans" cxnId="{E0C7BA43-2663-46D5-88EE-94FB959B4FFC}">
      <dgm:prSet/>
      <dgm:spPr/>
      <dgm:t>
        <a:bodyPr/>
        <a:lstStyle/>
        <a:p>
          <a:endParaRPr lang="en-US"/>
        </a:p>
      </dgm:t>
    </dgm:pt>
    <dgm:pt modelId="{CDD3F7A6-27E9-4C4F-9361-FB03ACD23E38}">
      <dgm:prSet/>
      <dgm:spPr/>
      <dgm:t>
        <a:bodyPr/>
        <a:lstStyle/>
        <a:p>
          <a:r>
            <a:rPr lang="en-US"/>
            <a:t>POS Tagging → Hidden Markov Models</a:t>
          </a:r>
        </a:p>
      </dgm:t>
    </dgm:pt>
    <dgm:pt modelId="{CD401A7E-64C7-4892-81EB-D773357725C0}" type="parTrans" cxnId="{11F73301-CA73-48C6-8591-CCD64BB36D0A}">
      <dgm:prSet/>
      <dgm:spPr/>
      <dgm:t>
        <a:bodyPr/>
        <a:lstStyle/>
        <a:p>
          <a:endParaRPr lang="en-US"/>
        </a:p>
      </dgm:t>
    </dgm:pt>
    <dgm:pt modelId="{60C22291-5361-486B-89F4-710179F790C1}" type="sibTrans" cxnId="{11F73301-CA73-48C6-8591-CCD64BB36D0A}">
      <dgm:prSet/>
      <dgm:spPr/>
      <dgm:t>
        <a:bodyPr/>
        <a:lstStyle/>
        <a:p>
          <a:endParaRPr lang="en-US"/>
        </a:p>
      </dgm:t>
    </dgm:pt>
    <dgm:pt modelId="{0A92B373-EE5B-4530-8267-DED042E13A9A}">
      <dgm:prSet/>
      <dgm:spPr/>
      <dgm:t>
        <a:bodyPr/>
        <a:lstStyle/>
        <a:p>
          <a:r>
            <a:rPr lang="en-US"/>
            <a:t>Autocomplete → N-gram Language Models</a:t>
          </a:r>
        </a:p>
      </dgm:t>
    </dgm:pt>
    <dgm:pt modelId="{EAF8B3AA-38D4-4BE5-8B44-BC78FF82A32A}" type="parTrans" cxnId="{9290067C-CDB3-46AB-9300-2CD6D15C54EC}">
      <dgm:prSet/>
      <dgm:spPr/>
      <dgm:t>
        <a:bodyPr/>
        <a:lstStyle/>
        <a:p>
          <a:endParaRPr lang="en-US"/>
        </a:p>
      </dgm:t>
    </dgm:pt>
    <dgm:pt modelId="{01691FD5-0273-40FC-BBE9-6E5B0881DD7F}" type="sibTrans" cxnId="{9290067C-CDB3-46AB-9300-2CD6D15C54EC}">
      <dgm:prSet/>
      <dgm:spPr/>
      <dgm:t>
        <a:bodyPr/>
        <a:lstStyle/>
        <a:p>
          <a:endParaRPr lang="en-US"/>
        </a:p>
      </dgm:t>
    </dgm:pt>
    <dgm:pt modelId="{75F97298-6466-4F54-A3F7-EBD960EBB1A5}">
      <dgm:prSet/>
      <dgm:spPr/>
      <dgm:t>
        <a:bodyPr/>
        <a:lstStyle/>
        <a:p>
          <a:r>
            <a:rPr lang="en-US"/>
            <a:t>Word Embeddings → Semantic Representations</a:t>
          </a:r>
        </a:p>
      </dgm:t>
    </dgm:pt>
    <dgm:pt modelId="{B7636D06-248C-453D-9E08-5CCE939BE956}" type="parTrans" cxnId="{A5669CC8-4016-4D41-AE31-99F3C3A2EA4E}">
      <dgm:prSet/>
      <dgm:spPr/>
      <dgm:t>
        <a:bodyPr/>
        <a:lstStyle/>
        <a:p>
          <a:endParaRPr lang="en-US"/>
        </a:p>
      </dgm:t>
    </dgm:pt>
    <dgm:pt modelId="{E05CFF96-8E8F-4CE0-B0E4-35108FFAD25E}" type="sibTrans" cxnId="{A5669CC8-4016-4D41-AE31-99F3C3A2EA4E}">
      <dgm:prSet/>
      <dgm:spPr/>
      <dgm:t>
        <a:bodyPr/>
        <a:lstStyle/>
        <a:p>
          <a:endParaRPr lang="en-US"/>
        </a:p>
      </dgm:t>
    </dgm:pt>
    <dgm:pt modelId="{E9A12362-8111-4390-A6F2-F0188A8C97FC}" type="pres">
      <dgm:prSet presAssocID="{31873049-BFDD-4C7B-9851-28B62B3E322C}" presName="vert0" presStyleCnt="0">
        <dgm:presLayoutVars>
          <dgm:dir/>
          <dgm:animOne val="branch"/>
          <dgm:animLvl val="lvl"/>
        </dgm:presLayoutVars>
      </dgm:prSet>
      <dgm:spPr/>
    </dgm:pt>
    <dgm:pt modelId="{258A05DC-10E2-4DF0-A08C-1810E65C088A}" type="pres">
      <dgm:prSet presAssocID="{16A3C89A-70A5-4F8D-9B34-945D2450BB9C}" presName="thickLine" presStyleLbl="alignNode1" presStyleIdx="0" presStyleCnt="5"/>
      <dgm:spPr/>
    </dgm:pt>
    <dgm:pt modelId="{E2EDE3B6-9762-4E45-9880-A5FC339BBF77}" type="pres">
      <dgm:prSet presAssocID="{16A3C89A-70A5-4F8D-9B34-945D2450BB9C}" presName="horz1" presStyleCnt="0"/>
      <dgm:spPr/>
    </dgm:pt>
    <dgm:pt modelId="{53EBF2CF-128A-464F-A28F-FB50D08A15AE}" type="pres">
      <dgm:prSet presAssocID="{16A3C89A-70A5-4F8D-9B34-945D2450BB9C}" presName="tx1" presStyleLbl="revTx" presStyleIdx="0" presStyleCnt="5"/>
      <dgm:spPr/>
    </dgm:pt>
    <dgm:pt modelId="{94191A3A-D3AB-4BEC-B691-50B02A63515F}" type="pres">
      <dgm:prSet presAssocID="{16A3C89A-70A5-4F8D-9B34-945D2450BB9C}" presName="vert1" presStyleCnt="0"/>
      <dgm:spPr/>
    </dgm:pt>
    <dgm:pt modelId="{31900919-6F72-4035-A557-9861A2AD42B0}" type="pres">
      <dgm:prSet presAssocID="{30E90E82-CC1B-4682-A2E4-1D6721C32E0C}" presName="thickLine" presStyleLbl="alignNode1" presStyleIdx="1" presStyleCnt="5"/>
      <dgm:spPr/>
    </dgm:pt>
    <dgm:pt modelId="{E3CB269F-4687-4C64-B50C-62FAEEA5BF53}" type="pres">
      <dgm:prSet presAssocID="{30E90E82-CC1B-4682-A2E4-1D6721C32E0C}" presName="horz1" presStyleCnt="0"/>
      <dgm:spPr/>
    </dgm:pt>
    <dgm:pt modelId="{CDC50BD1-0328-472C-96BB-F43F54DC44E4}" type="pres">
      <dgm:prSet presAssocID="{30E90E82-CC1B-4682-A2E4-1D6721C32E0C}" presName="tx1" presStyleLbl="revTx" presStyleIdx="1" presStyleCnt="5"/>
      <dgm:spPr/>
    </dgm:pt>
    <dgm:pt modelId="{C6EAAF5C-08F8-4E57-B2C6-AA24C5C0BAF7}" type="pres">
      <dgm:prSet presAssocID="{30E90E82-CC1B-4682-A2E4-1D6721C32E0C}" presName="vert1" presStyleCnt="0"/>
      <dgm:spPr/>
    </dgm:pt>
    <dgm:pt modelId="{D5B74E93-AABF-4B8C-93EA-9B600154BECA}" type="pres">
      <dgm:prSet presAssocID="{CDD3F7A6-27E9-4C4F-9361-FB03ACD23E38}" presName="thickLine" presStyleLbl="alignNode1" presStyleIdx="2" presStyleCnt="5"/>
      <dgm:spPr/>
    </dgm:pt>
    <dgm:pt modelId="{663AC53F-E6BD-4F2A-8AB5-56637B963FFB}" type="pres">
      <dgm:prSet presAssocID="{CDD3F7A6-27E9-4C4F-9361-FB03ACD23E38}" presName="horz1" presStyleCnt="0"/>
      <dgm:spPr/>
    </dgm:pt>
    <dgm:pt modelId="{2085A8F3-7F87-4D5A-A70B-EC4E572D7442}" type="pres">
      <dgm:prSet presAssocID="{CDD3F7A6-27E9-4C4F-9361-FB03ACD23E38}" presName="tx1" presStyleLbl="revTx" presStyleIdx="2" presStyleCnt="5"/>
      <dgm:spPr/>
    </dgm:pt>
    <dgm:pt modelId="{57FDFA54-31ED-4A5A-91BD-7AE415182818}" type="pres">
      <dgm:prSet presAssocID="{CDD3F7A6-27E9-4C4F-9361-FB03ACD23E38}" presName="vert1" presStyleCnt="0"/>
      <dgm:spPr/>
    </dgm:pt>
    <dgm:pt modelId="{89673890-2E9C-4FEF-BC12-293AD1538641}" type="pres">
      <dgm:prSet presAssocID="{0A92B373-EE5B-4530-8267-DED042E13A9A}" presName="thickLine" presStyleLbl="alignNode1" presStyleIdx="3" presStyleCnt="5"/>
      <dgm:spPr/>
    </dgm:pt>
    <dgm:pt modelId="{EC6492D3-A250-4F06-B6A9-5E5374C4FF18}" type="pres">
      <dgm:prSet presAssocID="{0A92B373-EE5B-4530-8267-DED042E13A9A}" presName="horz1" presStyleCnt="0"/>
      <dgm:spPr/>
    </dgm:pt>
    <dgm:pt modelId="{0127D3A7-CCD0-4B85-9D86-F649A2DC9308}" type="pres">
      <dgm:prSet presAssocID="{0A92B373-EE5B-4530-8267-DED042E13A9A}" presName="tx1" presStyleLbl="revTx" presStyleIdx="3" presStyleCnt="5"/>
      <dgm:spPr/>
    </dgm:pt>
    <dgm:pt modelId="{358E866B-783F-40A6-8335-712C70ADF1CF}" type="pres">
      <dgm:prSet presAssocID="{0A92B373-EE5B-4530-8267-DED042E13A9A}" presName="vert1" presStyleCnt="0"/>
      <dgm:spPr/>
    </dgm:pt>
    <dgm:pt modelId="{9384214A-051E-417C-809D-2E2B1DC7FBE3}" type="pres">
      <dgm:prSet presAssocID="{75F97298-6466-4F54-A3F7-EBD960EBB1A5}" presName="thickLine" presStyleLbl="alignNode1" presStyleIdx="4" presStyleCnt="5"/>
      <dgm:spPr/>
    </dgm:pt>
    <dgm:pt modelId="{1A29A8CD-3BE0-4282-8260-E18E37FA2BD1}" type="pres">
      <dgm:prSet presAssocID="{75F97298-6466-4F54-A3F7-EBD960EBB1A5}" presName="horz1" presStyleCnt="0"/>
      <dgm:spPr/>
    </dgm:pt>
    <dgm:pt modelId="{F93E9C8D-794C-4E31-A2FF-73260D0A0738}" type="pres">
      <dgm:prSet presAssocID="{75F97298-6466-4F54-A3F7-EBD960EBB1A5}" presName="tx1" presStyleLbl="revTx" presStyleIdx="4" presStyleCnt="5"/>
      <dgm:spPr/>
    </dgm:pt>
    <dgm:pt modelId="{0B059F06-EB1C-4EA2-8F02-354E312061BA}" type="pres">
      <dgm:prSet presAssocID="{75F97298-6466-4F54-A3F7-EBD960EBB1A5}" presName="vert1" presStyleCnt="0"/>
      <dgm:spPr/>
    </dgm:pt>
  </dgm:ptLst>
  <dgm:cxnLst>
    <dgm:cxn modelId="{11F73301-CA73-48C6-8591-CCD64BB36D0A}" srcId="{31873049-BFDD-4C7B-9851-28B62B3E322C}" destId="{CDD3F7A6-27E9-4C4F-9361-FB03ACD23E38}" srcOrd="2" destOrd="0" parTransId="{CD401A7E-64C7-4892-81EB-D773357725C0}" sibTransId="{60C22291-5361-486B-89F4-710179F790C1}"/>
    <dgm:cxn modelId="{417DF55D-C240-4E97-8832-C4C93FB1BC1F}" type="presOf" srcId="{16A3C89A-70A5-4F8D-9B34-945D2450BB9C}" destId="{53EBF2CF-128A-464F-A28F-FB50D08A15AE}" srcOrd="0" destOrd="0" presId="urn:microsoft.com/office/officeart/2008/layout/LinedList"/>
    <dgm:cxn modelId="{E0C7BA43-2663-46D5-88EE-94FB959B4FFC}" srcId="{31873049-BFDD-4C7B-9851-28B62B3E322C}" destId="{30E90E82-CC1B-4682-A2E4-1D6721C32E0C}" srcOrd="1" destOrd="0" parTransId="{452D5F08-A95B-4821-B56D-14CE7A7CA501}" sibTransId="{B284F43B-7793-44D4-A45C-87C9F05C42E0}"/>
    <dgm:cxn modelId="{63255955-7BC3-4895-BC1D-4C9759D1FF5F}" type="presOf" srcId="{75F97298-6466-4F54-A3F7-EBD960EBB1A5}" destId="{F93E9C8D-794C-4E31-A2FF-73260D0A0738}" srcOrd="0" destOrd="0" presId="urn:microsoft.com/office/officeart/2008/layout/LinedList"/>
    <dgm:cxn modelId="{65C6A858-6E90-4590-BB93-66C4B237E9C7}" type="presOf" srcId="{30E90E82-CC1B-4682-A2E4-1D6721C32E0C}" destId="{CDC50BD1-0328-472C-96BB-F43F54DC44E4}" srcOrd="0" destOrd="0" presId="urn:microsoft.com/office/officeart/2008/layout/LinedList"/>
    <dgm:cxn modelId="{9290067C-CDB3-46AB-9300-2CD6D15C54EC}" srcId="{31873049-BFDD-4C7B-9851-28B62B3E322C}" destId="{0A92B373-EE5B-4530-8267-DED042E13A9A}" srcOrd="3" destOrd="0" parTransId="{EAF8B3AA-38D4-4BE5-8B44-BC78FF82A32A}" sibTransId="{01691FD5-0273-40FC-BBE9-6E5B0881DD7F}"/>
    <dgm:cxn modelId="{B6F5997D-D515-4FB8-87F6-F7672AA0DF8B}" type="presOf" srcId="{0A92B373-EE5B-4530-8267-DED042E13A9A}" destId="{0127D3A7-CCD0-4B85-9D86-F649A2DC9308}" srcOrd="0" destOrd="0" presId="urn:microsoft.com/office/officeart/2008/layout/LinedList"/>
    <dgm:cxn modelId="{A5669CC8-4016-4D41-AE31-99F3C3A2EA4E}" srcId="{31873049-BFDD-4C7B-9851-28B62B3E322C}" destId="{75F97298-6466-4F54-A3F7-EBD960EBB1A5}" srcOrd="4" destOrd="0" parTransId="{B7636D06-248C-453D-9E08-5CCE939BE956}" sibTransId="{E05CFF96-8E8F-4CE0-B0E4-35108FFAD25E}"/>
    <dgm:cxn modelId="{AF0094D6-5FDC-4FA4-B3CE-D1C788E0255D}" type="presOf" srcId="{31873049-BFDD-4C7B-9851-28B62B3E322C}" destId="{E9A12362-8111-4390-A6F2-F0188A8C97FC}" srcOrd="0" destOrd="0" presId="urn:microsoft.com/office/officeart/2008/layout/LinedList"/>
    <dgm:cxn modelId="{668945DB-E3F6-456B-952B-38B3F62FAABC}" type="presOf" srcId="{CDD3F7A6-27E9-4C4F-9361-FB03ACD23E38}" destId="{2085A8F3-7F87-4D5A-A70B-EC4E572D7442}" srcOrd="0" destOrd="0" presId="urn:microsoft.com/office/officeart/2008/layout/LinedList"/>
    <dgm:cxn modelId="{35ACE3ED-C376-411F-B328-74D9CEEFE924}" srcId="{31873049-BFDD-4C7B-9851-28B62B3E322C}" destId="{16A3C89A-70A5-4F8D-9B34-945D2450BB9C}" srcOrd="0" destOrd="0" parTransId="{B6774E35-3BAB-460C-89F5-562D82CC9317}" sibTransId="{818CD85B-6D38-42AB-9567-18A77D25403E}"/>
    <dgm:cxn modelId="{711454AC-424F-4594-A4D0-325C7D412FE7}" type="presParOf" srcId="{E9A12362-8111-4390-A6F2-F0188A8C97FC}" destId="{258A05DC-10E2-4DF0-A08C-1810E65C088A}" srcOrd="0" destOrd="0" presId="urn:microsoft.com/office/officeart/2008/layout/LinedList"/>
    <dgm:cxn modelId="{5FD18A35-C87F-448D-B72D-106B4ABF0F64}" type="presParOf" srcId="{E9A12362-8111-4390-A6F2-F0188A8C97FC}" destId="{E2EDE3B6-9762-4E45-9880-A5FC339BBF77}" srcOrd="1" destOrd="0" presId="urn:microsoft.com/office/officeart/2008/layout/LinedList"/>
    <dgm:cxn modelId="{984C6E06-76BB-4EE3-8E5E-C62AAEF72916}" type="presParOf" srcId="{E2EDE3B6-9762-4E45-9880-A5FC339BBF77}" destId="{53EBF2CF-128A-464F-A28F-FB50D08A15AE}" srcOrd="0" destOrd="0" presId="urn:microsoft.com/office/officeart/2008/layout/LinedList"/>
    <dgm:cxn modelId="{BAE0A408-0D44-43F5-B583-9516E6586BA3}" type="presParOf" srcId="{E2EDE3B6-9762-4E45-9880-A5FC339BBF77}" destId="{94191A3A-D3AB-4BEC-B691-50B02A63515F}" srcOrd="1" destOrd="0" presId="urn:microsoft.com/office/officeart/2008/layout/LinedList"/>
    <dgm:cxn modelId="{20051E2F-40F7-4311-87AD-384D5CADFBD1}" type="presParOf" srcId="{E9A12362-8111-4390-A6F2-F0188A8C97FC}" destId="{31900919-6F72-4035-A557-9861A2AD42B0}" srcOrd="2" destOrd="0" presId="urn:microsoft.com/office/officeart/2008/layout/LinedList"/>
    <dgm:cxn modelId="{C9E0FAEF-F0B7-40EE-A0E6-B23EA6EFD4F6}" type="presParOf" srcId="{E9A12362-8111-4390-A6F2-F0188A8C97FC}" destId="{E3CB269F-4687-4C64-B50C-62FAEEA5BF53}" srcOrd="3" destOrd="0" presId="urn:microsoft.com/office/officeart/2008/layout/LinedList"/>
    <dgm:cxn modelId="{5A37025E-7369-46FB-ACF5-F1F6171DFDDC}" type="presParOf" srcId="{E3CB269F-4687-4C64-B50C-62FAEEA5BF53}" destId="{CDC50BD1-0328-472C-96BB-F43F54DC44E4}" srcOrd="0" destOrd="0" presId="urn:microsoft.com/office/officeart/2008/layout/LinedList"/>
    <dgm:cxn modelId="{17977157-3373-4B32-89F4-D6366C263805}" type="presParOf" srcId="{E3CB269F-4687-4C64-B50C-62FAEEA5BF53}" destId="{C6EAAF5C-08F8-4E57-B2C6-AA24C5C0BAF7}" srcOrd="1" destOrd="0" presId="urn:microsoft.com/office/officeart/2008/layout/LinedList"/>
    <dgm:cxn modelId="{3C895B10-FF69-4CC2-996F-B87F76DE5233}" type="presParOf" srcId="{E9A12362-8111-4390-A6F2-F0188A8C97FC}" destId="{D5B74E93-AABF-4B8C-93EA-9B600154BECA}" srcOrd="4" destOrd="0" presId="urn:microsoft.com/office/officeart/2008/layout/LinedList"/>
    <dgm:cxn modelId="{85403092-E12A-4AEE-ACE7-D9E629A2AC60}" type="presParOf" srcId="{E9A12362-8111-4390-A6F2-F0188A8C97FC}" destId="{663AC53F-E6BD-4F2A-8AB5-56637B963FFB}" srcOrd="5" destOrd="0" presId="urn:microsoft.com/office/officeart/2008/layout/LinedList"/>
    <dgm:cxn modelId="{F77F1F75-D6C2-4DAE-B205-BD9D3A72FF26}" type="presParOf" srcId="{663AC53F-E6BD-4F2A-8AB5-56637B963FFB}" destId="{2085A8F3-7F87-4D5A-A70B-EC4E572D7442}" srcOrd="0" destOrd="0" presId="urn:microsoft.com/office/officeart/2008/layout/LinedList"/>
    <dgm:cxn modelId="{DBC8C7DE-73CB-4C61-8E12-5708DFD7C8D4}" type="presParOf" srcId="{663AC53F-E6BD-4F2A-8AB5-56637B963FFB}" destId="{57FDFA54-31ED-4A5A-91BD-7AE415182818}" srcOrd="1" destOrd="0" presId="urn:microsoft.com/office/officeart/2008/layout/LinedList"/>
    <dgm:cxn modelId="{C7E453D3-9C2C-4EDE-B44B-AEA632AB19E3}" type="presParOf" srcId="{E9A12362-8111-4390-A6F2-F0188A8C97FC}" destId="{89673890-2E9C-4FEF-BC12-293AD1538641}" srcOrd="6" destOrd="0" presId="urn:microsoft.com/office/officeart/2008/layout/LinedList"/>
    <dgm:cxn modelId="{AB868CBD-3F10-424F-8966-9041E3F159FC}" type="presParOf" srcId="{E9A12362-8111-4390-A6F2-F0188A8C97FC}" destId="{EC6492D3-A250-4F06-B6A9-5E5374C4FF18}" srcOrd="7" destOrd="0" presId="urn:microsoft.com/office/officeart/2008/layout/LinedList"/>
    <dgm:cxn modelId="{C15EE323-C680-40EC-BC46-5177311F9161}" type="presParOf" srcId="{EC6492D3-A250-4F06-B6A9-5E5374C4FF18}" destId="{0127D3A7-CCD0-4B85-9D86-F649A2DC9308}" srcOrd="0" destOrd="0" presId="urn:microsoft.com/office/officeart/2008/layout/LinedList"/>
    <dgm:cxn modelId="{35A40C46-1C87-40B9-855F-974419198567}" type="presParOf" srcId="{EC6492D3-A250-4F06-B6A9-5E5374C4FF18}" destId="{358E866B-783F-40A6-8335-712C70ADF1CF}" srcOrd="1" destOrd="0" presId="urn:microsoft.com/office/officeart/2008/layout/LinedList"/>
    <dgm:cxn modelId="{9C8D5791-A67A-4BDC-87F8-1ACA0CD10D90}" type="presParOf" srcId="{E9A12362-8111-4390-A6F2-F0188A8C97FC}" destId="{9384214A-051E-417C-809D-2E2B1DC7FBE3}" srcOrd="8" destOrd="0" presId="urn:microsoft.com/office/officeart/2008/layout/LinedList"/>
    <dgm:cxn modelId="{D0C3656A-8761-4FBE-BB49-A1627011D4BF}" type="presParOf" srcId="{E9A12362-8111-4390-A6F2-F0188A8C97FC}" destId="{1A29A8CD-3BE0-4282-8260-E18E37FA2BD1}" srcOrd="9" destOrd="0" presId="urn:microsoft.com/office/officeart/2008/layout/LinedList"/>
    <dgm:cxn modelId="{97DC4768-3176-45BE-9733-D5CA764FBDA3}" type="presParOf" srcId="{1A29A8CD-3BE0-4282-8260-E18E37FA2BD1}" destId="{F93E9C8D-794C-4E31-A2FF-73260D0A0738}" srcOrd="0" destOrd="0" presId="urn:microsoft.com/office/officeart/2008/layout/LinedList"/>
    <dgm:cxn modelId="{92B3C464-886B-4B3A-BEC6-DC12FF7C2EBA}" type="presParOf" srcId="{1A29A8CD-3BE0-4282-8260-E18E37FA2BD1}" destId="{0B059F06-EB1C-4EA2-8F02-354E312061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6A0466-8297-45C2-8DB8-37E71226B3BE}">
      <dsp:nvSpPr>
        <dsp:cNvPr id="0" name=""/>
        <dsp:cNvSpPr/>
      </dsp:nvSpPr>
      <dsp:spPr>
        <a:xfrm>
          <a:off x="0" y="0"/>
          <a:ext cx="9105278" cy="14194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9F494-7C23-4F73-853C-E2A29856BA20}">
      <dsp:nvSpPr>
        <dsp:cNvPr id="0" name=""/>
        <dsp:cNvSpPr/>
      </dsp:nvSpPr>
      <dsp:spPr>
        <a:xfrm>
          <a:off x="429389" y="319987"/>
          <a:ext cx="780708" cy="780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2A0E5-9619-4E02-B902-39D74B2807C2}">
      <dsp:nvSpPr>
        <dsp:cNvPr id="0" name=""/>
        <dsp:cNvSpPr/>
      </dsp:nvSpPr>
      <dsp:spPr>
        <a:xfrm>
          <a:off x="1639488" y="606"/>
          <a:ext cx="7465789" cy="1419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27" tIns="150227" rIns="150227" bIns="1502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N-gram Language Models: Sequence probability estimation</a:t>
          </a:r>
        </a:p>
      </dsp:txBody>
      <dsp:txXfrm>
        <a:off x="1639488" y="606"/>
        <a:ext cx="7465789" cy="1419470"/>
      </dsp:txXfrm>
    </dsp:sp>
    <dsp:sp modelId="{978C3072-5DDA-4A0B-B5AE-999602D18798}">
      <dsp:nvSpPr>
        <dsp:cNvPr id="0" name=""/>
        <dsp:cNvSpPr/>
      </dsp:nvSpPr>
      <dsp:spPr>
        <a:xfrm>
          <a:off x="0" y="1774944"/>
          <a:ext cx="9105278" cy="14194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76A05-743F-4368-80E4-9E1BA012E7F7}">
      <dsp:nvSpPr>
        <dsp:cNvPr id="0" name=""/>
        <dsp:cNvSpPr/>
      </dsp:nvSpPr>
      <dsp:spPr>
        <a:xfrm>
          <a:off x="429389" y="2094325"/>
          <a:ext cx="780708" cy="780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E8EA2-FF08-485A-82E1-E13251B140E5}">
      <dsp:nvSpPr>
        <dsp:cNvPr id="0" name=""/>
        <dsp:cNvSpPr/>
      </dsp:nvSpPr>
      <dsp:spPr>
        <a:xfrm>
          <a:off x="1639488" y="1774944"/>
          <a:ext cx="7465789" cy="1419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27" tIns="150227" rIns="150227" bIns="1502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Autocomplete predicts next word using previous context</a:t>
          </a:r>
        </a:p>
      </dsp:txBody>
      <dsp:txXfrm>
        <a:off x="1639488" y="1774944"/>
        <a:ext cx="7465789" cy="1419470"/>
      </dsp:txXfrm>
    </dsp:sp>
    <dsp:sp modelId="{8D18104A-AFE7-45AF-81B2-A457A5AFA24E}">
      <dsp:nvSpPr>
        <dsp:cNvPr id="0" name=""/>
        <dsp:cNvSpPr/>
      </dsp:nvSpPr>
      <dsp:spPr>
        <a:xfrm>
          <a:off x="0" y="3549282"/>
          <a:ext cx="9105278" cy="14194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EFBBD-FB2F-423C-9E30-27C25F471B70}">
      <dsp:nvSpPr>
        <dsp:cNvPr id="0" name=""/>
        <dsp:cNvSpPr/>
      </dsp:nvSpPr>
      <dsp:spPr>
        <a:xfrm>
          <a:off x="429389" y="3868663"/>
          <a:ext cx="780708" cy="780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53E78-23DF-4FDE-8C02-90BA83BBB775}">
      <dsp:nvSpPr>
        <dsp:cNvPr id="0" name=""/>
        <dsp:cNvSpPr/>
      </dsp:nvSpPr>
      <dsp:spPr>
        <a:xfrm>
          <a:off x="1639488" y="3549282"/>
          <a:ext cx="7465789" cy="1419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27" tIns="150227" rIns="150227" bIns="15022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 'I am going to' → [school, market, bed]</a:t>
          </a:r>
        </a:p>
      </dsp:txBody>
      <dsp:txXfrm>
        <a:off x="1639488" y="3549282"/>
        <a:ext cx="7465789" cy="1419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612D5-7DE4-4FCA-9A3F-CF0CA2F1B38A}">
      <dsp:nvSpPr>
        <dsp:cNvPr id="0" name=""/>
        <dsp:cNvSpPr/>
      </dsp:nvSpPr>
      <dsp:spPr>
        <a:xfrm>
          <a:off x="0" y="2078"/>
          <a:ext cx="9351927" cy="1053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613EE-89F8-434B-9FCC-C6135058D202}">
      <dsp:nvSpPr>
        <dsp:cNvPr id="0" name=""/>
        <dsp:cNvSpPr/>
      </dsp:nvSpPr>
      <dsp:spPr>
        <a:xfrm>
          <a:off x="318682" y="239115"/>
          <a:ext cx="579423" cy="5794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2D4E2-3D90-432C-98F1-6709126E0584}">
      <dsp:nvSpPr>
        <dsp:cNvPr id="0" name=""/>
        <dsp:cNvSpPr/>
      </dsp:nvSpPr>
      <dsp:spPr>
        <a:xfrm>
          <a:off x="1216789" y="2078"/>
          <a:ext cx="8135137" cy="1053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95" tIns="111495" rIns="111495" bIns="11149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Neural embeddings: Word2Vec, GloVe</a:t>
          </a:r>
        </a:p>
      </dsp:txBody>
      <dsp:txXfrm>
        <a:off x="1216789" y="2078"/>
        <a:ext cx="8135137" cy="1053496"/>
      </dsp:txXfrm>
    </dsp:sp>
    <dsp:sp modelId="{DCE8CD7D-2556-4E86-9BB7-F6DE7FDF74D9}">
      <dsp:nvSpPr>
        <dsp:cNvPr id="0" name=""/>
        <dsp:cNvSpPr/>
      </dsp:nvSpPr>
      <dsp:spPr>
        <a:xfrm>
          <a:off x="0" y="1318949"/>
          <a:ext cx="9351927" cy="1053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AB285-618C-49A8-B9AE-E68B28DEE91B}">
      <dsp:nvSpPr>
        <dsp:cNvPr id="0" name=""/>
        <dsp:cNvSpPr/>
      </dsp:nvSpPr>
      <dsp:spPr>
        <a:xfrm>
          <a:off x="318682" y="1555986"/>
          <a:ext cx="579423" cy="5794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33CF0-3479-4652-9816-1157FD572C87}">
      <dsp:nvSpPr>
        <dsp:cNvPr id="0" name=""/>
        <dsp:cNvSpPr/>
      </dsp:nvSpPr>
      <dsp:spPr>
        <a:xfrm>
          <a:off x="1216789" y="1318949"/>
          <a:ext cx="8135137" cy="1053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95" tIns="111495" rIns="111495" bIns="11149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Dense vectors capture semantic meaning</a:t>
          </a:r>
        </a:p>
      </dsp:txBody>
      <dsp:txXfrm>
        <a:off x="1216789" y="1318949"/>
        <a:ext cx="8135137" cy="1053496"/>
      </dsp:txXfrm>
    </dsp:sp>
    <dsp:sp modelId="{08B49B32-97D5-44CB-BA89-36D0DF11ABCB}">
      <dsp:nvSpPr>
        <dsp:cNvPr id="0" name=""/>
        <dsp:cNvSpPr/>
      </dsp:nvSpPr>
      <dsp:spPr>
        <a:xfrm>
          <a:off x="0" y="2635821"/>
          <a:ext cx="9351927" cy="1053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C05BD-EC6D-4D2A-91D0-38956EEAC49D}">
      <dsp:nvSpPr>
        <dsp:cNvPr id="0" name=""/>
        <dsp:cNvSpPr/>
      </dsp:nvSpPr>
      <dsp:spPr>
        <a:xfrm>
          <a:off x="318682" y="2872857"/>
          <a:ext cx="579423" cy="5794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05355-E0C7-4A35-BD2E-578F695EFD69}">
      <dsp:nvSpPr>
        <dsp:cNvPr id="0" name=""/>
        <dsp:cNvSpPr/>
      </dsp:nvSpPr>
      <dsp:spPr>
        <a:xfrm>
          <a:off x="1216789" y="2635821"/>
          <a:ext cx="8135137" cy="1053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95" tIns="111495" rIns="111495" bIns="11149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Vector arithmetic: king - man + woman ≈ queen</a:t>
          </a:r>
        </a:p>
      </dsp:txBody>
      <dsp:txXfrm>
        <a:off x="1216789" y="2635821"/>
        <a:ext cx="8135137" cy="1053496"/>
      </dsp:txXfrm>
    </dsp:sp>
    <dsp:sp modelId="{57773B1C-46B3-43C6-BB69-6E725D738C7C}">
      <dsp:nvSpPr>
        <dsp:cNvPr id="0" name=""/>
        <dsp:cNvSpPr/>
      </dsp:nvSpPr>
      <dsp:spPr>
        <a:xfrm>
          <a:off x="0" y="3954771"/>
          <a:ext cx="9351927" cy="1053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06A4B-0100-474C-8018-5397F2B7C84F}">
      <dsp:nvSpPr>
        <dsp:cNvPr id="0" name=""/>
        <dsp:cNvSpPr/>
      </dsp:nvSpPr>
      <dsp:spPr>
        <a:xfrm>
          <a:off x="318682" y="4189729"/>
          <a:ext cx="579423" cy="5794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76F3A-B8DF-4F89-A343-461053D1165E}">
      <dsp:nvSpPr>
        <dsp:cNvPr id="0" name=""/>
        <dsp:cNvSpPr/>
      </dsp:nvSpPr>
      <dsp:spPr>
        <a:xfrm>
          <a:off x="1216789" y="3952692"/>
          <a:ext cx="8135137" cy="1053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95" tIns="111495" rIns="111495" bIns="11149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Visualization: PCA/t-SNE of embeddings</a:t>
          </a:r>
        </a:p>
      </dsp:txBody>
      <dsp:txXfrm>
        <a:off x="1216789" y="3952692"/>
        <a:ext cx="8135137" cy="10534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A05DC-10E2-4DF0-A08C-1810E65C088A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3EBF2CF-128A-464F-A28F-FB50D08A15AE}">
      <dsp:nvSpPr>
        <dsp:cNvPr id="0" name=""/>
        <dsp:cNvSpPr/>
      </dsp:nvSpPr>
      <dsp:spPr>
        <a:xfrm>
          <a:off x="0" y="531"/>
          <a:ext cx="7886700" cy="87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Autocorrect → Minimum Edit Distance</a:t>
          </a:r>
        </a:p>
      </dsp:txBody>
      <dsp:txXfrm>
        <a:off x="0" y="531"/>
        <a:ext cx="7886700" cy="870134"/>
      </dsp:txXfrm>
    </dsp:sp>
    <dsp:sp modelId="{31900919-6F72-4035-A557-9861A2AD42B0}">
      <dsp:nvSpPr>
        <dsp:cNvPr id="0" name=""/>
        <dsp:cNvSpPr/>
      </dsp:nvSpPr>
      <dsp:spPr>
        <a:xfrm>
          <a:off x="0" y="870665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DC50BD1-0328-472C-96BB-F43F54DC44E4}">
      <dsp:nvSpPr>
        <dsp:cNvPr id="0" name=""/>
        <dsp:cNvSpPr/>
      </dsp:nvSpPr>
      <dsp:spPr>
        <a:xfrm>
          <a:off x="0" y="870665"/>
          <a:ext cx="7886700" cy="87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Spellchecker → Edit Distance + Frequency</a:t>
          </a:r>
        </a:p>
      </dsp:txBody>
      <dsp:txXfrm>
        <a:off x="0" y="870665"/>
        <a:ext cx="7886700" cy="870134"/>
      </dsp:txXfrm>
    </dsp:sp>
    <dsp:sp modelId="{D5B74E93-AABF-4B8C-93EA-9B600154BECA}">
      <dsp:nvSpPr>
        <dsp:cNvPr id="0" name=""/>
        <dsp:cNvSpPr/>
      </dsp:nvSpPr>
      <dsp:spPr>
        <a:xfrm>
          <a:off x="0" y="1740799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85A8F3-7F87-4D5A-A70B-EC4E572D7442}">
      <dsp:nvSpPr>
        <dsp:cNvPr id="0" name=""/>
        <dsp:cNvSpPr/>
      </dsp:nvSpPr>
      <dsp:spPr>
        <a:xfrm>
          <a:off x="0" y="1740799"/>
          <a:ext cx="7886700" cy="87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POS Tagging → Hidden Markov Models</a:t>
          </a:r>
        </a:p>
      </dsp:txBody>
      <dsp:txXfrm>
        <a:off x="0" y="1740799"/>
        <a:ext cx="7886700" cy="870134"/>
      </dsp:txXfrm>
    </dsp:sp>
    <dsp:sp modelId="{89673890-2E9C-4FEF-BC12-293AD1538641}">
      <dsp:nvSpPr>
        <dsp:cNvPr id="0" name=""/>
        <dsp:cNvSpPr/>
      </dsp:nvSpPr>
      <dsp:spPr>
        <a:xfrm>
          <a:off x="0" y="2610934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127D3A7-CCD0-4B85-9D86-F649A2DC9308}">
      <dsp:nvSpPr>
        <dsp:cNvPr id="0" name=""/>
        <dsp:cNvSpPr/>
      </dsp:nvSpPr>
      <dsp:spPr>
        <a:xfrm>
          <a:off x="0" y="2610934"/>
          <a:ext cx="7886700" cy="87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Autocomplete → N-gram Language Models</a:t>
          </a:r>
        </a:p>
      </dsp:txBody>
      <dsp:txXfrm>
        <a:off x="0" y="2610934"/>
        <a:ext cx="7886700" cy="870134"/>
      </dsp:txXfrm>
    </dsp:sp>
    <dsp:sp modelId="{9384214A-051E-417C-809D-2E2B1DC7FBE3}">
      <dsp:nvSpPr>
        <dsp:cNvPr id="0" name=""/>
        <dsp:cNvSpPr/>
      </dsp:nvSpPr>
      <dsp:spPr>
        <a:xfrm>
          <a:off x="0" y="3481068"/>
          <a:ext cx="78867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93E9C8D-794C-4E31-A2FF-73260D0A0738}">
      <dsp:nvSpPr>
        <dsp:cNvPr id="0" name=""/>
        <dsp:cNvSpPr/>
      </dsp:nvSpPr>
      <dsp:spPr>
        <a:xfrm>
          <a:off x="0" y="3481068"/>
          <a:ext cx="7886700" cy="87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Word Embeddings → Semantic Representations</a:t>
          </a:r>
        </a:p>
      </dsp:txBody>
      <dsp:txXfrm>
        <a:off x="0" y="3481068"/>
        <a:ext cx="7886700" cy="870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5D013D-6E07-064A-1815-4581E21B1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948-D94C-CB89-3B09-EB3D818FB8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8B075-2039-40F5-B5AC-0550F4E804A4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E354E-4044-6C54-70C5-CAB781A1F9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BC8E3-970B-FF3D-4F89-736527E7F9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B2810-8F6B-4143-BE49-048E9147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3128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1794-B535-4C48-BBE8-52657888854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900C1-7326-4B4D-9C4E-22E7230B6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8;p22">
            <a:extLst>
              <a:ext uri="{FF2B5EF4-FFF2-40B4-BE49-F238E27FC236}">
                <a16:creationId xmlns:a16="http://schemas.microsoft.com/office/drawing/2014/main" id="{7B4145C4-EE9A-4056-4B60-0881CACD0193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;p23">
            <a:extLst>
              <a:ext uri="{FF2B5EF4-FFF2-40B4-BE49-F238E27FC236}">
                <a16:creationId xmlns:a16="http://schemas.microsoft.com/office/drawing/2014/main" id="{CE57947D-DBAC-21DB-73BE-F78F1726973A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162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 preserve="1" userDrawn="1">
  <p:cSld name="Lesson Nam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;p23">
            <a:extLst>
              <a:ext uri="{FF2B5EF4-FFF2-40B4-BE49-F238E27FC236}">
                <a16:creationId xmlns:a16="http://schemas.microsoft.com/office/drawing/2014/main" id="{0FE0BEE1-B2B3-D8AE-8B21-7B4BAC91C14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9918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 preserve="1" userDrawn="1">
  <p:cSld name="You Already Know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4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45805213-5148-C374-0B6A-FBC7DF66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</a:pPr>
            <a:endParaRPr/>
          </a:p>
        </p:txBody>
      </p:sp>
      <p:sp>
        <p:nvSpPr>
          <p:cNvPr id="5" name="Google Shape;73;p29">
            <a:extLst>
              <a:ext uri="{FF2B5EF4-FFF2-40B4-BE49-F238E27FC236}">
                <a16:creationId xmlns:a16="http://schemas.microsoft.com/office/drawing/2014/main" id="{A329659F-8931-D1BF-F644-B58CEC7A819F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9249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20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You_already_k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6;p24">
            <a:extLst>
              <a:ext uri="{FF2B5EF4-FFF2-40B4-BE49-F238E27FC236}">
                <a16:creationId xmlns:a16="http://schemas.microsoft.com/office/drawing/2014/main" id="{6F1C32AD-6E65-45D9-86A4-DCDE0D3276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;p24">
            <a:extLst>
              <a:ext uri="{FF2B5EF4-FFF2-40B4-BE49-F238E27FC236}">
                <a16:creationId xmlns:a16="http://schemas.microsoft.com/office/drawing/2014/main" id="{26A301A2-0292-1A51-1C40-16AB99F30AB7}"/>
              </a:ext>
            </a:extLst>
          </p:cNvPr>
          <p:cNvSpPr/>
          <p:nvPr userDrawn="1"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0BBD519-6780-E29A-51F9-BC84AACEC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0783" y="1512887"/>
            <a:ext cx="13732042" cy="6618287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431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 preserve="1" userDrawn="1">
  <p:cSld name="Recap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6" name="Google Shape;36;p25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3;p29">
            <a:extLst>
              <a:ext uri="{FF2B5EF4-FFF2-40B4-BE49-F238E27FC236}">
                <a16:creationId xmlns:a16="http://schemas.microsoft.com/office/drawing/2014/main" id="{BA8E9C16-575E-F214-D660-349F8CD58800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13" name="Google Shape;29;p24">
            <a:extLst>
              <a:ext uri="{FF2B5EF4-FFF2-40B4-BE49-F238E27FC236}">
                <a16:creationId xmlns:a16="http://schemas.microsoft.com/office/drawing/2014/main" id="{A8352C58-E1B7-7AF5-20DA-4A18ECBF310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43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 preserve="1" userDrawn="1">
  <p:cSld name="A day in the lif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3379F-6615-3946-F3DC-84DD58EC0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</p:spPr>
      </p:pic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47D8B3EC-6FC1-1D8C-89C7-6C535510F2D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7" name="Google Shape;29;p24">
            <a:extLst>
              <a:ext uri="{FF2B5EF4-FFF2-40B4-BE49-F238E27FC236}">
                <a16:creationId xmlns:a16="http://schemas.microsoft.com/office/drawing/2014/main" id="{1D6B2300-6D1F-B115-8FF6-63B469079D08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ED1C70-09C3-3416-0187-C1611F801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2810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Aday_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3;p29">
            <a:extLst>
              <a:ext uri="{FF2B5EF4-FFF2-40B4-BE49-F238E27FC236}">
                <a16:creationId xmlns:a16="http://schemas.microsoft.com/office/drawing/2014/main" id="{B3939B18-51C6-B760-9847-DBF969067996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228600" lvl="0" indent="-228600"/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5EF1-B91C-9C3A-2571-75C7A1B0B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550" y="2603500"/>
            <a:ext cx="10807700" cy="5538468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180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 preserve="1" userDrawn="1">
  <p:cSld name="Learning Objectiv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7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47" name="Google Shape;47;p27"/>
          <p:cNvSpPr>
            <a:spLocks/>
          </p:cNvSpPr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>
            <a:spLocks/>
          </p:cNvSpPr>
          <p:nvPr/>
        </p:nvSpPr>
        <p:spPr>
          <a:xfrm>
            <a:off x="731301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Brandline_LVC">
            <a:extLst>
              <a:ext uri="{FF2B5EF4-FFF2-40B4-BE49-F238E27FC236}">
                <a16:creationId xmlns:a16="http://schemas.microsoft.com/office/drawing/2014/main" id="{78567AD7-7BF8-45E8-DB3F-F2D6FE361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67652" y="837660"/>
            <a:ext cx="4391501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D23271C-E310-21EC-18BC-0344952404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147" y="2695575"/>
            <a:ext cx="9533671" cy="1483035"/>
          </a:xfrm>
        </p:spPr>
        <p:txBody>
          <a:bodyPr>
            <a:spAutoFit/>
          </a:bodyPr>
          <a:lstStyle>
            <a:lvl1pPr marL="342000" indent="-342000">
              <a:lnSpc>
                <a:spcPct val="114000"/>
              </a:lnSpc>
              <a:spcBef>
                <a:spcPts val="1000"/>
              </a:spcBef>
              <a:buFontTx/>
              <a:buBlip>
                <a:blip r:embed="rId3"/>
              </a:buBlip>
              <a:defRPr/>
            </a:lvl1pPr>
            <a:lvl2pPr marL="342000" indent="-342000">
              <a:lnSpc>
                <a:spcPct val="114000"/>
              </a:lnSpc>
              <a:spcBef>
                <a:spcPts val="1000"/>
              </a:spcBef>
              <a:defRPr/>
            </a:lvl2pPr>
            <a:lvl3pPr marL="342000" indent="-342000">
              <a:lnSpc>
                <a:spcPct val="114000"/>
              </a:lnSpc>
              <a:spcBef>
                <a:spcPts val="1000"/>
              </a:spcBef>
              <a:defRPr/>
            </a:lvl3pPr>
            <a:lvl4pPr marL="342000" indent="-342000">
              <a:lnSpc>
                <a:spcPct val="114000"/>
              </a:lnSpc>
              <a:spcBef>
                <a:spcPts val="1000"/>
              </a:spcBef>
              <a:defRPr/>
            </a:lvl4pPr>
            <a:lvl5pPr marL="342000" indent="-342000">
              <a:lnSpc>
                <a:spcPct val="114000"/>
              </a:lnSpc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6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 preserve="1" userDrawn="1">
  <p:cSld name="Topic Nam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8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B82D352B-96E6-AAAA-F1D6-C3BB62225E8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739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preserve="1" userDrawn="1">
  <p:cSld name="Conten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9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9DE67C09-DDD5-F518-3695-E699DFE5C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342900" lvl="0" indent="-342900" algn="ctr">
              <a:lnSpc>
                <a:spcPct val="115000"/>
              </a:lnSpc>
            </a:pPr>
            <a:endParaRPr/>
          </a:p>
        </p:txBody>
      </p:sp>
      <p:sp>
        <p:nvSpPr>
          <p:cNvPr id="3" name="Google Shape;73;p29">
            <a:extLst>
              <a:ext uri="{FF2B5EF4-FFF2-40B4-BE49-F238E27FC236}">
                <a16:creationId xmlns:a16="http://schemas.microsoft.com/office/drawing/2014/main" id="{38354FE8-D9C0-5D1E-6102-5F329424ACA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" name="Picture 3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E2A3B44F-361D-277C-1049-456D319756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913238"/>
            <a:ext cx="1219478" cy="7291461"/>
          </a:xfrm>
          <a:prstGeom prst="rect">
            <a:avLst/>
          </a:prstGeom>
        </p:spPr>
      </p:pic>
      <p:sp>
        <p:nvSpPr>
          <p:cNvPr id="5" name="Google Shape;62;p29">
            <a:extLst>
              <a:ext uri="{FF2B5EF4-FFF2-40B4-BE49-F238E27FC236}">
                <a16:creationId xmlns:a16="http://schemas.microsoft.com/office/drawing/2014/main" id="{AB337D6E-8449-CC57-E216-03FFF7FCA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263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0;p29">
            <a:extLst>
              <a:ext uri="{FF2B5EF4-FFF2-40B4-BE49-F238E27FC236}">
                <a16:creationId xmlns:a16="http://schemas.microsoft.com/office/drawing/2014/main" id="{F32A8D92-D03F-CBD0-6218-23FF67B0B49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73;p29">
            <a:extLst>
              <a:ext uri="{FF2B5EF4-FFF2-40B4-BE49-F238E27FC236}">
                <a16:creationId xmlns:a16="http://schemas.microsoft.com/office/drawing/2014/main" id="{E6FEAC37-04A1-A80A-3380-E02111EDE62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pic>
        <p:nvPicPr>
          <p:cNvPr id="2" name="Picture 1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CE904573-2F71-0E73-120D-C3CFB365EE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897196"/>
            <a:ext cx="1219478" cy="7291461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3E84CA6-4EC8-7CAF-7B14-1E891A95D9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612636"/>
            <a:ext cx="13697000" cy="5517901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Google Shape;62;p29">
            <a:extLst>
              <a:ext uri="{FF2B5EF4-FFF2-40B4-BE49-F238E27FC236}">
                <a16:creationId xmlns:a16="http://schemas.microsoft.com/office/drawing/2014/main" id="{AC975B08-1151-8CCE-4012-72257845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763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 preserve="1">
  <p:cSld name="Knowledge Check 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5;p30">
            <a:extLst>
              <a:ext uri="{FF2B5EF4-FFF2-40B4-BE49-F238E27FC236}">
                <a16:creationId xmlns:a16="http://schemas.microsoft.com/office/drawing/2014/main" id="{DBF002C0-AEB4-C534-B92D-91D67E6C130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picture containing arrow&#10;&#10;Description automatically generated">
            <a:extLst>
              <a:ext uri="{FF2B5EF4-FFF2-40B4-BE49-F238E27FC236}">
                <a16:creationId xmlns:a16="http://schemas.microsoft.com/office/drawing/2014/main" id="{72D68FFF-4E46-2E6B-67FA-3692374CF0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Google Shape;77;p30">
            <a:extLst>
              <a:ext uri="{FF2B5EF4-FFF2-40B4-BE49-F238E27FC236}">
                <a16:creationId xmlns:a16="http://schemas.microsoft.com/office/drawing/2014/main" id="{6A084776-D363-88F2-5A8F-FF2A63DFFD9D}"/>
              </a:ext>
            </a:extLst>
          </p:cNvPr>
          <p:cNvSpPr/>
          <p:nvPr userDrawn="1"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7809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CCF119B-BE71-CB96-2E2D-4D70E3379D0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Box">
            <a:extLst>
              <a:ext uri="{FF2B5EF4-FFF2-40B4-BE49-F238E27FC236}">
                <a16:creationId xmlns:a16="http://schemas.microsoft.com/office/drawing/2014/main" id="{E7B51B66-9EEF-5EF8-EAC3-1AA2FA35C688}"/>
              </a:ext>
            </a:extLst>
          </p:cNvPr>
          <p:cNvSpPr/>
          <p:nvPr userDrawn="1"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KT_Text">
            <a:extLst>
              <a:ext uri="{FF2B5EF4-FFF2-40B4-BE49-F238E27FC236}">
                <a16:creationId xmlns:a16="http://schemas.microsoft.com/office/drawing/2014/main" id="{9E09D2CD-8815-6873-76A0-750613A9B008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_Box">
            <a:extLst>
              <a:ext uri="{FF2B5EF4-FFF2-40B4-BE49-F238E27FC236}">
                <a16:creationId xmlns:a16="http://schemas.microsoft.com/office/drawing/2014/main" id="{0E9A9157-9B5D-B020-50FD-5C124440F36A}"/>
              </a:ext>
            </a:extLst>
          </p:cNvPr>
          <p:cNvSpPr/>
          <p:nvPr userDrawn="1"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">
            <a:extLst>
              <a:ext uri="{FF2B5EF4-FFF2-40B4-BE49-F238E27FC236}">
                <a16:creationId xmlns:a16="http://schemas.microsoft.com/office/drawing/2014/main" id="{FDF40B25-39B3-30ED-29BE-9F1AD527FCE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</a:p>
        </p:txBody>
      </p:sp>
      <p:sp>
        <p:nvSpPr>
          <p:cNvPr id="8" name="Opt_A">
            <a:extLst>
              <a:ext uri="{FF2B5EF4-FFF2-40B4-BE49-F238E27FC236}">
                <a16:creationId xmlns:a16="http://schemas.microsoft.com/office/drawing/2014/main" id="{2FFD20E1-904E-7B1C-E7A2-1A99877EE0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">
            <a:extLst>
              <a:ext uri="{FF2B5EF4-FFF2-40B4-BE49-F238E27FC236}">
                <a16:creationId xmlns:a16="http://schemas.microsoft.com/office/drawing/2014/main" id="{DB253624-90B8-4C2B-CA21-11904E51AA4D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B.</a:t>
            </a:r>
          </a:p>
        </p:txBody>
      </p:sp>
      <p:sp>
        <p:nvSpPr>
          <p:cNvPr id="10" name="Opt_B">
            <a:extLst>
              <a:ext uri="{FF2B5EF4-FFF2-40B4-BE49-F238E27FC236}">
                <a16:creationId xmlns:a16="http://schemas.microsoft.com/office/drawing/2014/main" id="{497E5D63-1C02-9A8F-6921-B4CF2B94E4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1" name="C">
            <a:extLst>
              <a:ext uri="{FF2B5EF4-FFF2-40B4-BE49-F238E27FC236}">
                <a16:creationId xmlns:a16="http://schemas.microsoft.com/office/drawing/2014/main" id="{92E01BA2-8854-8B22-5E3B-BD48CB6419FD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C.</a:t>
            </a:r>
          </a:p>
        </p:txBody>
      </p:sp>
      <p:sp>
        <p:nvSpPr>
          <p:cNvPr id="12" name="Opt_C">
            <a:extLst>
              <a:ext uri="{FF2B5EF4-FFF2-40B4-BE49-F238E27FC236}">
                <a16:creationId xmlns:a16="http://schemas.microsoft.com/office/drawing/2014/main" id="{231483CE-CEF9-6644-5D62-34D212C6A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29F7EC89-820C-671D-8F62-46D0543D5E13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D.</a:t>
            </a:r>
          </a:p>
        </p:txBody>
      </p:sp>
      <p:sp>
        <p:nvSpPr>
          <p:cNvPr id="14" name="Opt_D">
            <a:extLst>
              <a:ext uri="{FF2B5EF4-FFF2-40B4-BE49-F238E27FC236}">
                <a16:creationId xmlns:a16="http://schemas.microsoft.com/office/drawing/2014/main" id="{D10DFBE0-864B-7031-13FD-BF42F6452A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Q">
            <a:extLst>
              <a:ext uri="{FF2B5EF4-FFF2-40B4-BE49-F238E27FC236}">
                <a16:creationId xmlns:a16="http://schemas.microsoft.com/office/drawing/2014/main" id="{48CDC350-FF9D-82C7-1731-756BBBD2CE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80287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" name="Q_No">
            <a:extLst>
              <a:ext uri="{FF2B5EF4-FFF2-40B4-BE49-F238E27FC236}">
                <a16:creationId xmlns:a16="http://schemas.microsoft.com/office/drawing/2014/main" id="{60E48CF6-ADFB-CA4C-5E8B-AE3CD5F217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5081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EF08981F-95F3-6867-209A-E2A49BEB7AC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C5585E79-E8D7-0597-1980-9449B5FE0292}"/>
              </a:ext>
            </a:extLst>
          </p:cNvPr>
          <p:cNvSpPr txBox="1"/>
          <p:nvPr userDrawn="1"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55D1669A-D9BB-F86C-6916-C74581CEC093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25B26E89-236B-925D-2F8A-FDAD4518B1D0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FE57084E-D5CD-4D1D-AD6B-B0A29FBA4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1" y="7277661"/>
            <a:ext cx="8834438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7CBBC3EA-7B88-E6C6-BE6B-D41D2C647A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DEDD483-9F61-36CD-8536-63FB8C1D1DC9}"/>
              </a:ext>
            </a:extLst>
          </p:cNvPr>
          <p:cNvSpPr/>
          <p:nvPr userDrawn="1"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BA405B45-EFAB-0D57-ADA9-DD1F4FD2F9B7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C6D60610-3ED0-B3DE-F0C6-1E2E0C6FC1CE}"/>
              </a:ext>
            </a:extLst>
          </p:cNvPr>
          <p:cNvSpPr/>
          <p:nvPr userDrawn="1"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C6A04807-31DA-6E4E-AAB1-C5EB073355C4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D.</a:t>
            </a:r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19EED400-005F-8BFC-0381-17F5410E8424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C.</a:t>
            </a:r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21CD75C6-F639-739D-B089-020EF5CBFA3A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B.</a:t>
            </a:r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76DB4DA8-CC10-506C-D27B-9B1CE227D9B0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F320B7DB-043B-B1AC-2976-FCB6609BE2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DF544E43-096D-AD15-9CFA-70A320AE02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969321A-3DCC-F52F-8C1B-6E04397531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5A890064-C69C-0664-8FC1-9D4423FC9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0" name="Q">
            <a:extLst>
              <a:ext uri="{FF2B5EF4-FFF2-40B4-BE49-F238E27FC236}">
                <a16:creationId xmlns:a16="http://schemas.microsoft.com/office/drawing/2014/main" id="{F963B27F-8F18-67BB-B561-399E9B718B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80287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2" name="Q_No">
            <a:extLst>
              <a:ext uri="{FF2B5EF4-FFF2-40B4-BE49-F238E27FC236}">
                <a16:creationId xmlns:a16="http://schemas.microsoft.com/office/drawing/2014/main" id="{56C84790-83B0-039F-DB11-90A54FCA41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14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F8347C9-CC7D-0DF8-C02A-47B5723D857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06DF12F7-7FC3-A6A0-1F9D-2B31AAB76C62}"/>
              </a:ext>
            </a:extLst>
          </p:cNvPr>
          <p:cNvSpPr txBox="1"/>
          <p:nvPr userDrawn="1"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B75A6E75-5672-578C-B075-BA07AABDEC08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B67B1844-0936-2346-DC2D-072812F8FF82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505D6B31-CF67-8AE8-6D6C-1AE10E434F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4605" y="7277661"/>
            <a:ext cx="8601033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2AA669A4-854E-BC52-A6EB-CEC258CCD1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4ADF7E3A-81A0-2B00-A3DE-320BBA3EAADC}"/>
              </a:ext>
            </a:extLst>
          </p:cNvPr>
          <p:cNvSpPr/>
          <p:nvPr userDrawn="1"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65E260BD-9AEB-3002-A10D-0ED784F237CC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667E1C0D-1A8F-3FEE-62D2-1CF59B597F36}"/>
              </a:ext>
            </a:extLst>
          </p:cNvPr>
          <p:cNvSpPr/>
          <p:nvPr userDrawn="1"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A40B7AF7-3696-C4FB-D945-5436FC8398C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A.</a:t>
            </a:r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1494EC36-DEF5-5104-F8EA-E3D4B2BBD8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9AFF282F-7CD2-660E-F6FB-6A6841171D6F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B.</a:t>
            </a:r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1ADAF17-D7DF-669F-96A4-A5A66652F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E0054334-AE0D-D3F5-C186-9EAB001CEBAA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C.</a:t>
            </a:r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98DDCBFB-B945-8ADF-F3B2-02F8E9E10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A5C29CAE-D65C-162C-E28E-5C00B6BF49E6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787DB315-5654-6FF4-4775-BE435BA1CC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1" name="Q">
            <a:extLst>
              <a:ext uri="{FF2B5EF4-FFF2-40B4-BE49-F238E27FC236}">
                <a16:creationId xmlns:a16="http://schemas.microsoft.com/office/drawing/2014/main" id="{32B26A31-7ADA-92C4-0EC9-7FBCC4B0F2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80287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2" name="Q_No">
            <a:extLst>
              <a:ext uri="{FF2B5EF4-FFF2-40B4-BE49-F238E27FC236}">
                <a16:creationId xmlns:a16="http://schemas.microsoft.com/office/drawing/2014/main" id="{6AEFDC33-934D-D32C-A2F5-91C510E8C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06155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 preserve="1" userDrawn="1">
  <p:cSld name="Key Takeaway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3"/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7;p27">
            <a:extLst>
              <a:ext uri="{FF2B5EF4-FFF2-40B4-BE49-F238E27FC236}">
                <a16:creationId xmlns:a16="http://schemas.microsoft.com/office/drawing/2014/main" id="{DFADBA2E-0E91-C8B8-3A16-37E16A8024BC}"/>
              </a:ext>
            </a:extLst>
          </p:cNvPr>
          <p:cNvSpPr/>
          <p:nvPr userDrawn="1"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lang="en-US" sz="1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Brandline_LVC">
            <a:extLst>
              <a:ext uri="{FF2B5EF4-FFF2-40B4-BE49-F238E27FC236}">
                <a16:creationId xmlns:a16="http://schemas.microsoft.com/office/drawing/2014/main" id="{F274DB65-9471-8FF1-5F67-3A8B02FBF3BD}"/>
              </a:ext>
            </a:extLst>
          </p:cNvPr>
          <p:cNvSpPr/>
          <p:nvPr userDrawn="1"/>
        </p:nvSpPr>
        <p:spPr>
          <a:xfrm>
            <a:off x="3559993" y="837660"/>
            <a:ext cx="337748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7D3CB7FC-1EE6-F753-459E-16D565CC72D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38B2B5-F7D2-93C4-4B9B-2A8705CFBB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60516D-1A86-E05D-CDB5-234F5B190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049D24-171C-A4CE-5C84-362BCAE9D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B4E1D9-0180-437B-334A-07F7823362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CFBF9F-0A86-F779-0E1B-EE62890972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492A74C-FFC4-19BA-F307-AB065AC3853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790" y="1980938"/>
            <a:ext cx="9632528" cy="968855"/>
          </a:xfrm>
        </p:spPr>
        <p:txBody>
          <a:bodyPr wrap="square">
            <a:spAutoFit/>
          </a:bodyPr>
          <a:lstStyle>
            <a:lvl1pPr marL="342000" indent="-342000">
              <a:lnSpc>
                <a:spcPct val="114000"/>
              </a:lnSpc>
              <a:spcBef>
                <a:spcPts val="1000"/>
              </a:spcBef>
              <a:buFontTx/>
              <a:buBlip>
                <a:blip r:embed="rId3"/>
              </a:buBlip>
              <a:defRPr/>
            </a:lvl1pPr>
            <a:lvl2pPr marL="342000" indent="-342000">
              <a:lnSpc>
                <a:spcPct val="114000"/>
              </a:lnSpc>
              <a:spcBef>
                <a:spcPts val="1000"/>
              </a:spcBef>
              <a:defRPr/>
            </a:lvl2pPr>
            <a:lvl3pPr marL="342000" indent="-342000">
              <a:lnSpc>
                <a:spcPct val="114000"/>
              </a:lnSpc>
              <a:spcBef>
                <a:spcPts val="1000"/>
              </a:spcBef>
              <a:defRPr/>
            </a:lvl3pPr>
            <a:lvl4pPr marL="342000" indent="-342000">
              <a:lnSpc>
                <a:spcPct val="114000"/>
              </a:lnSpc>
              <a:spcBef>
                <a:spcPts val="1000"/>
              </a:spcBef>
              <a:defRPr/>
            </a:lvl4pPr>
            <a:lvl5pPr marL="342000" indent="-342000">
              <a:lnSpc>
                <a:spcPct val="114000"/>
              </a:lnSpc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3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sted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5;p35">
            <a:extLst>
              <a:ext uri="{FF2B5EF4-FFF2-40B4-BE49-F238E27FC236}">
                <a16:creationId xmlns:a16="http://schemas.microsoft.com/office/drawing/2014/main" id="{3DE6C980-51B8-EAB6-D92E-2C853D6EBC4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3;p27">
            <a:extLst>
              <a:ext uri="{FF2B5EF4-FFF2-40B4-BE49-F238E27FC236}">
                <a16:creationId xmlns:a16="http://schemas.microsoft.com/office/drawing/2014/main" id="{734849E0-7011-DCAE-0132-1322B2CB68DB}"/>
              </a:ext>
            </a:extLst>
          </p:cNvPr>
          <p:cNvPicPr preferRelativeResize="0"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9;p35">
            <a:extLst>
              <a:ext uri="{FF2B5EF4-FFF2-40B4-BE49-F238E27FC236}">
                <a16:creationId xmlns:a16="http://schemas.microsoft.com/office/drawing/2014/main" id="{7948A9B8-596D-80F3-DBBD-D7EDD89AB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6E140C6-C70A-C947-7711-0BA4214D3E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5683BC-C8F7-FCBC-E768-137F5B5152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FF36DDB-E354-C0DA-A8AF-8180814348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012930" y="1793876"/>
            <a:ext cx="1560195" cy="5715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Duration: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05E634-AC03-8349-BFAF-2D48DA6C96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803630" y="1791495"/>
            <a:ext cx="1469708" cy="5715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minutes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3CAA900-E55C-B3DE-AB20-706B140339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3416914" y="1793560"/>
            <a:ext cx="565786" cy="57467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5120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 preserve="1" userDrawn="1">
  <p:cSld name="Unassisted Practic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DC99CB9-B9F0-7414-1AF5-045EF855F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F61395D-ECD0-5341-1B2E-8C1937098D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5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ac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D1405CDE-CE1A-9CEE-B0C9-004F72CAF344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659D141-D5AB-CB0E-32C4-D683A6B3D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872126"/>
            <a:ext cx="13697000" cy="540669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41251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 preserve="1" userDrawn="1">
  <p:cSld name="Section-End Projec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29">
            <a:extLst>
              <a:ext uri="{FF2B5EF4-FFF2-40B4-BE49-F238E27FC236}">
                <a16:creationId xmlns:a16="http://schemas.microsoft.com/office/drawing/2014/main" id="{C8B862E1-9541-C73F-B4E1-7205F5F0B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35605C-2EDD-0BD1-F3BC-5BCA7F763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73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 preserve="1" userDrawn="1">
  <p:cSld name="Lesson-end Pro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3E86479C-5EE1-09E2-3000-A2B690B93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2C144F-B154-93C1-CFA0-EFC58EC80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08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 preserve="1" userDrawn="1">
  <p:cSld name="Phase-End Pro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52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29CD2D-82CE-C005-D724-CC0A72319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09861E1-DB64-D3D1-CB74-AB30BEF48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37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5D05C5A-9735-BDF2-45FB-ECA0E61F3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890" y="1377162"/>
            <a:ext cx="10314607" cy="681516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01244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136CAA0F-DD7B-0995-4200-59792701A9E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AA6052-B67C-D403-9614-DC0C0FDBA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  <p:pic>
        <p:nvPicPr>
          <p:cNvPr id="4" name="Picture 3" descr="A picture containing child art, table, illustration, design&#10;&#10;Description automatically generated">
            <a:extLst>
              <a:ext uri="{FF2B5EF4-FFF2-40B4-BE49-F238E27FC236}">
                <a16:creationId xmlns:a16="http://schemas.microsoft.com/office/drawing/2014/main" id="{46A1F55C-8226-40C3-1D94-8C75609932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76" y="2171113"/>
            <a:ext cx="4823955" cy="45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8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 preserve="1" userDrawn="1">
  <p:cSld name="Discuss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A18AE-0804-BDBB-3D58-9BEC7C395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8432-77B6-A0DB-E9D4-05C1ED62A6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</p:spTree>
    <p:extLst>
      <p:ext uri="{BB962C8B-B14F-4D97-AF65-F5344CB8AC3E}">
        <p14:creationId xmlns:p14="http://schemas.microsoft.com/office/powerpoint/2010/main" val="1456677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 preserve="1" userDrawn="1">
  <p:cSld name="Discussion-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190EDBE-42C7-8577-2262-B01D52029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9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e-Play Activ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2444B81E-A7F2-DD03-1F7C-99ED49FAF88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918EE9-73C7-114C-7405-846E29EB7A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/>
            <a:r>
              <a:rPr lang="en-US"/>
              <a:t>Topic Name</a:t>
            </a:r>
          </a:p>
        </p:txBody>
      </p:sp>
      <p:pic>
        <p:nvPicPr>
          <p:cNvPr id="9" name="Picture 8" descr="A group of people reading books&#10;&#10;Description automatically generated with low confidence">
            <a:extLst>
              <a:ext uri="{FF2B5EF4-FFF2-40B4-BE49-F238E27FC236}">
                <a16:creationId xmlns:a16="http://schemas.microsoft.com/office/drawing/2014/main" id="{F1D10771-AD41-E153-2D96-91B7FA550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29" y="2323120"/>
            <a:ext cx="5664389" cy="44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84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 preserve="1" userDrawn="1">
  <p:cSld name="Course-end Projec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2"/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17">
            <a:extLst>
              <a:ext uri="{FF2B5EF4-FFF2-40B4-BE49-F238E27FC236}">
                <a16:creationId xmlns:a16="http://schemas.microsoft.com/office/drawing/2014/main" id="{662DC3C5-12CB-1B7D-A0D6-88DA0A652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F575C20-C035-6B61-875E-DFDF9C395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878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 preserve="1" userDrawn="1">
  <p:cSld name="Before the Next Clas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/>
          <p:nvPr userDrawn="1"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A8AA2E1-D889-F5D4-9C7E-C1EBB4324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71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 preserve="1" userDrawn="1">
  <p:cSld name="What Next?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1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7DB387E-1A29-1EE9-8E02-0C57BA6B6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63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whatnext_nextcl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FEACA45-46CE-3149-F1F8-368C0B35F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0649" y="1377162"/>
            <a:ext cx="8439490" cy="681516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279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8547DCB-0B93-88B9-E345-AFD101D6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140D4C3-76A5-7AB4-F1FA-F4CE290D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lnSpc>
                <a:spcPct val="114000"/>
              </a:lnSpc>
              <a:buNone/>
            </a:pPr>
            <a:r>
              <a:rPr lang="en-GB"/>
              <a:t>Click to edit Master text styles</a:t>
            </a:r>
          </a:p>
          <a:p>
            <a:pPr lvl="1">
              <a:lnSpc>
                <a:spcPct val="114000"/>
              </a:lnSpc>
              <a:spcBef>
                <a:spcPts val="1000"/>
              </a:spcBef>
            </a:pPr>
            <a:r>
              <a:rPr lang="en-GB"/>
              <a:t>Second level</a:t>
            </a:r>
          </a:p>
          <a:p>
            <a:pPr lvl="2">
              <a:lnSpc>
                <a:spcPct val="114000"/>
              </a:lnSpc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/>
              <a:t>Third level</a:t>
            </a:r>
          </a:p>
        </p:txBody>
      </p:sp>
      <p:pic>
        <p:nvPicPr>
          <p:cNvPr id="3" name="Picture 2" descr="A picture containing black, darkness&#10;&#10;Description automatically generated" hidden="1">
            <a:extLst>
              <a:ext uri="{FF2B5EF4-FFF2-40B4-BE49-F238E27FC236}">
                <a16:creationId xmlns:a16="http://schemas.microsoft.com/office/drawing/2014/main" id="{D0996812-ACEF-2708-D65E-97AE86E32B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3" descr="A picture containing screenshot, black" hidden="1">
            <a:extLst>
              <a:ext uri="{FF2B5EF4-FFF2-40B4-BE49-F238E27FC236}">
                <a16:creationId xmlns:a16="http://schemas.microsoft.com/office/drawing/2014/main" id="{712B286F-481C-B9B0-34AE-7EEBE053DE33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6" name="Picture 5" descr="A picture containing screenshot, black, darkness" hidden="1">
            <a:extLst>
              <a:ext uri="{FF2B5EF4-FFF2-40B4-BE49-F238E27FC236}">
                <a16:creationId xmlns:a16="http://schemas.microsoft.com/office/drawing/2014/main" id="{985A74AA-1EDE-C159-3D26-B856937B9D55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custDataLst>
      <p:tags r:id="rId33"/>
    </p:custDataLst>
    <p:extLst>
      <p:ext uri="{BB962C8B-B14F-4D97-AF65-F5344CB8AC3E}">
        <p14:creationId xmlns:p14="http://schemas.microsoft.com/office/powerpoint/2010/main" val="336859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06" r:id="rId13"/>
    <p:sldLayoutId id="2147483707" r:id="rId14"/>
    <p:sldLayoutId id="2147483708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</p:sldLayoutIdLst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lang="en-US" sz="2200" kern="1200" dirty="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1" userDrawn="1">
          <p15:clr>
            <a:srgbClr val="5ACBF0"/>
          </p15:clr>
        </p15:guide>
        <p15:guide id="2" pos="5120" userDrawn="1">
          <p15:clr>
            <a:srgbClr val="000000"/>
          </p15:clr>
        </p15:guide>
        <p15:guide id="3" orient="horz" pos="2880" userDrawn="1">
          <p15:clr>
            <a:srgbClr val="000000"/>
          </p15:clr>
        </p15:guide>
        <p15:guide id="4" orient="horz" pos="5184" userDrawn="1">
          <p15:clr>
            <a:srgbClr val="5ACBF0"/>
          </p15:clr>
        </p15:guide>
        <p15:guide id="5" pos="1016" userDrawn="1">
          <p15:clr>
            <a:srgbClr val="5ACBF0"/>
          </p15:clr>
        </p15:guide>
        <p15:guide id="6" pos="512" userDrawn="1">
          <p15:clr>
            <a:srgbClr val="F26B43"/>
          </p15:clr>
        </p15:guide>
        <p15:guide id="7" pos="9224" userDrawn="1">
          <p15:clr>
            <a:srgbClr val="5ACBF0"/>
          </p15:clr>
        </p15:guide>
        <p15:guide id="8" pos="9728" userDrawn="1">
          <p15:clr>
            <a:srgbClr val="F26B43"/>
          </p15:clr>
        </p15:guide>
        <p15:guide id="9" orient="horz" pos="249" userDrawn="1">
          <p15:clr>
            <a:srgbClr val="F26B43"/>
          </p15:clr>
        </p15:guide>
        <p15:guide id="10" orient="horz" pos="5472" userDrawn="1">
          <p15:clr>
            <a:srgbClr val="F26B43"/>
          </p15:clr>
        </p15:guide>
        <p15:guide id="11" pos="8576" userDrawn="1">
          <p15:clr>
            <a:srgbClr val="5ACBF0"/>
          </p15:clr>
        </p15:guide>
        <p15:guide id="12" pos="8192" userDrawn="1">
          <p15:clr>
            <a:srgbClr val="5ACBF0"/>
          </p15:clr>
        </p15:guide>
        <p15:guide id="13" pos="1664" userDrawn="1">
          <p15:clr>
            <a:srgbClr val="5ACBF0"/>
          </p15:clr>
        </p15:guide>
        <p15:guide id="14" pos="204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1B54D1-32CF-713F-E3B5-384EC0AAEBC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182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4C25-1956-E6BF-DB8A-36C14115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679B2E7F-00B0-2838-E7D8-E51F1DB76A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4790" y="2695575"/>
            <a:ext cx="9533671" cy="353975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Agenda</a:t>
            </a:r>
            <a:endParaRPr lang="en-IN" dirty="0"/>
          </a:p>
          <a:p>
            <a:r>
              <a:rPr lang="en-US" dirty="0"/>
              <a:t>Autocorrect: Minimum Edit Distance</a:t>
            </a:r>
          </a:p>
          <a:p>
            <a:r>
              <a:rPr lang="en-US" dirty="0"/>
              <a:t>Spellchecker: Correct Misspelled Words</a:t>
            </a:r>
          </a:p>
          <a:p>
            <a:r>
              <a:rPr lang="en-US" dirty="0"/>
              <a:t>POS Tagging with Hidden Markov Models</a:t>
            </a:r>
          </a:p>
          <a:p>
            <a:r>
              <a:rPr lang="en-US" dirty="0"/>
              <a:t>Autocomplete &amp; Language Models</a:t>
            </a:r>
          </a:p>
          <a:p>
            <a:r>
              <a:rPr lang="en-US" dirty="0"/>
              <a:t>Word Embeddings with Neural Networks</a:t>
            </a:r>
            <a:endParaRPr lang="en-IN" dirty="0"/>
          </a:p>
          <a:p>
            <a:pPr lvl="0"/>
            <a:endParaRPr lang="en-IN" dirty="0"/>
          </a:p>
        </p:txBody>
      </p:sp>
      <p:grpSp>
        <p:nvGrpSpPr>
          <p:cNvPr id="38" name="Group 37" hidden="1">
            <a:extLst>
              <a:ext uri="{FF2B5EF4-FFF2-40B4-BE49-F238E27FC236}">
                <a16:creationId xmlns:a16="http://schemas.microsoft.com/office/drawing/2014/main" id="{74DD88AE-0C5C-24AE-97C0-44F1A13F4BE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39953" y="642551"/>
            <a:ext cx="4011669" cy="4707468"/>
            <a:chOff x="1239953" y="642551"/>
            <a:chExt cx="4011669" cy="470746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8DCD073-9CB7-7249-F015-6CB9555D84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C1442A-3D31-0EBC-003E-79387F893F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A866DE4-038B-092E-A093-17E1DB6D55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11918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821A27E-A6C2-EB61-6B50-E3E1B2DA15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40194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4497B09-D9E1-58A2-43A6-249AFAEDB3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5601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1901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8E239-69F8-DFAF-8FEA-C73BE0D2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9744D1-059A-B696-93B9-A44BEF7F5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FCF54-D3EB-58A3-FA82-A3B4A5871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Goal: Correct misspelled words by finding closest valid word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Edit operations: insertion, deletion, substitution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Minimum edit distance = fewest edits required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Example: 'kitten' → 'sitting</a:t>
            </a:r>
            <a:endParaRPr lang="en-IN" dirty="0"/>
          </a:p>
          <a:p>
            <a:pPr lvl="0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16865-1572-8458-5BAE-4DE8375BB29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b="1" dirty="0"/>
              <a:t>Autocorrect: Minimum Edit Distance</a:t>
            </a:r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A7BCC418-F287-3613-630E-B2F39B7A19C1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8814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2F93-504D-E71F-54EC-AC475EE0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28A5C7-3005-2281-4928-76AA3A75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A47A7-0337-60D9-495A-1887DCC87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Uses dictionary lookup + edit distance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Ranks candidate corrections by frequency and distance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Example: '</a:t>
            </a:r>
            <a:r>
              <a:rPr lang="en-US" dirty="0" err="1"/>
              <a:t>recieve</a:t>
            </a:r>
            <a:r>
              <a:rPr lang="en-US" dirty="0"/>
              <a:t>' → 'receive’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Implementation: Python NLTK or </a:t>
            </a:r>
            <a:r>
              <a:rPr lang="en-US" dirty="0" err="1"/>
              <a:t>Symspell</a:t>
            </a:r>
            <a:endParaRPr lang="en-US" dirty="0"/>
          </a:p>
          <a:p>
            <a:pPr lvl="0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FCCAE-C266-2A56-81C5-689847F8738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Spellchecker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D1D397DD-5FC5-8938-0D96-41C275816D74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213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B71E-D23B-F346-356C-6A6105BC5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74594C-F594-2229-2B1D-A0D7F454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E188B-7FAD-9F93-E5E2-CD34FD7CC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Markov property: future depends only on the present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States + Transition probabilities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Example: Weather prediction using state transitions</a:t>
            </a:r>
          </a:p>
          <a:p>
            <a:pPr lvl="0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901DB-EE9A-7ADF-EE79-5B6DB22975F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Markov Chains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8C127CF5-5675-2001-3375-07661F100507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16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E2DB7-82BF-A4CD-201C-9BD02821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11DCB-C7B8-E787-5201-578027C4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E4D07-A604-415E-39F2-93C1D705D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Hidden states = POS tags (Noun, Verb, etc.)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Observed states = Words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HMM finds most likely tag sequence for a sentence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Implementation: Viterbi Algorithm in Python</a:t>
            </a:r>
          </a:p>
          <a:p>
            <a:pPr lvl="0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CEAD2-87A8-3845-6E3C-745E462B64A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Hidden Markov Models (HMMs)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1603369B-56BD-9FC0-8051-8035A0AE8D04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3105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E0C71-278E-2A12-FE40-CE8FB68A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B29DAE-B43D-8ABA-E616-35C960CD97D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dirty="0"/>
              <a:t>Markov Chains &amp; Hidden Markov Models in NLP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799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359D94C-6752-0E58-06E4-D8E2BE1531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4790" y="2695575"/>
            <a:ext cx="9533671" cy="456811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Agenda</a:t>
            </a:r>
            <a:endParaRPr lang="en-IN" dirty="0"/>
          </a:p>
          <a:p>
            <a:pPr lvl="0"/>
            <a:r>
              <a:rPr lang="en-IN" dirty="0"/>
              <a:t>What are Markov Chains?</a:t>
            </a:r>
          </a:p>
          <a:p>
            <a:pPr lvl="0"/>
            <a:r>
              <a:rPr lang="en-IN" dirty="0"/>
              <a:t>The Markov Property</a:t>
            </a:r>
          </a:p>
          <a:p>
            <a:pPr lvl="0"/>
            <a:r>
              <a:rPr lang="en-IN" dirty="0"/>
              <a:t>Example: Weather Prediction with Markov Chains</a:t>
            </a:r>
          </a:p>
          <a:p>
            <a:pPr lvl="0"/>
            <a:r>
              <a:rPr lang="en-IN" dirty="0"/>
              <a:t>Introduction to Hidden Markov Models (HMMs)</a:t>
            </a:r>
          </a:p>
          <a:p>
            <a:pPr lvl="0"/>
            <a:r>
              <a:rPr lang="en-IN" dirty="0"/>
              <a:t>HMM Components: States, Transitions, Emissions</a:t>
            </a:r>
          </a:p>
          <a:p>
            <a:pPr lvl="0"/>
            <a:r>
              <a:rPr lang="en-IN" dirty="0"/>
              <a:t>Application: POS Tagging with HMMs</a:t>
            </a:r>
          </a:p>
          <a:p>
            <a:pPr lvl="0"/>
            <a:r>
              <a:rPr lang="en-IN" dirty="0"/>
              <a:t>Viterbi Algorithm for Decoding</a:t>
            </a:r>
          </a:p>
          <a:p>
            <a:pPr lvl="0"/>
            <a:r>
              <a:rPr lang="en-IN" dirty="0"/>
              <a:t>Strengths and Limitations of HMMs</a:t>
            </a:r>
          </a:p>
        </p:txBody>
      </p:sp>
      <p:grpSp>
        <p:nvGrpSpPr>
          <p:cNvPr id="38" name="Group 37" hidden="1">
            <a:extLst>
              <a:ext uri="{FF2B5EF4-FFF2-40B4-BE49-F238E27FC236}">
                <a16:creationId xmlns:a16="http://schemas.microsoft.com/office/drawing/2014/main" id="{2BF4AE3B-7809-2876-3A2B-3F8043C040D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39953" y="642551"/>
            <a:ext cx="4011669" cy="4707468"/>
            <a:chOff x="1239953" y="642551"/>
            <a:chExt cx="4011669" cy="470746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B3F732F-B86E-389E-167A-748B08BCAB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FF4DA66-131A-9ECA-E168-F9A6D342A1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97CD1E9-C573-43B7-F0D4-26E41A5A31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11918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F90B576-1AC6-1B20-28E0-FF131CF938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40194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ED46056-C2D7-27D8-CC4F-BBBBB8BFF3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5601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4357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E4EE60-38AE-9853-DFA1-577B39DD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IN" dirty="0"/>
              <a:t>Markov Chains &amp; Hidden Markov Models in NLP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B0AEA-B8E7-2FBA-0DB7-8015DC393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b="1" dirty="0"/>
              <a:t>Markov Chain</a:t>
            </a:r>
            <a:r>
              <a:rPr lang="en-IN" dirty="0"/>
              <a:t> = A stochastic model describing a sequence of states.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Markov Property</a:t>
            </a:r>
            <a:r>
              <a:rPr lang="en-IN" dirty="0"/>
              <a:t>: The future state depends only on the present state, not the past.</a:t>
            </a:r>
          </a:p>
          <a:p>
            <a:pPr>
              <a:lnSpc>
                <a:spcPct val="150000"/>
              </a:lnSpc>
            </a:pPr>
            <a:r>
              <a:rPr lang="en-IN" dirty="0"/>
              <a:t>P(Xt+1∣Xt,Xt−1,...,X0)=P(Xt+1∣Xt)P(X_{t+1} | X_t, X_{t-1}, ..., X_0) = P(X_{t+1} | X_t) </a:t>
            </a:r>
          </a:p>
          <a:p>
            <a:pPr lvl="0">
              <a:lnSpc>
                <a:spcPct val="150000"/>
              </a:lnSpc>
            </a:pPr>
            <a:r>
              <a:rPr lang="en-IN" i="1" dirty="0"/>
              <a:t>Visual</a:t>
            </a:r>
            <a:r>
              <a:rPr lang="en-IN" dirty="0"/>
              <a:t>: States (Sunny, Rainy, Cloudy) connected with transition probabilities.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534B9-402F-9F83-F91E-3BE3DB869ED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Markov Chains: Definition</a:t>
            </a:r>
            <a:endParaRPr lang="en-IN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DA7BC85B-9CA4-BD02-C544-950B513FF7E0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011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498E-3806-8900-1817-53DE9FCA6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AA2922-CEAE-D3F6-9498-613EEFC0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IN" dirty="0"/>
              <a:t>Markov Chains &amp; Hidden Markov Models in NLP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2A4E4-BA33-5EB0-43C2-32F210B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2400" dirty="0"/>
              <a:t>States: {Sunny, Rainy}</a:t>
            </a:r>
          </a:p>
          <a:p>
            <a:pPr lvl="0"/>
            <a:r>
              <a:rPr lang="en-IN" sz="2400" dirty="0"/>
              <a:t>Transition Matrix:</a:t>
            </a:r>
          </a:p>
          <a:p>
            <a:pPr lvl="1"/>
            <a:r>
              <a:rPr lang="en-IN" sz="2400" dirty="0"/>
              <a:t>P(Sunny | Sunny) = 0.8</a:t>
            </a:r>
          </a:p>
          <a:p>
            <a:pPr lvl="1"/>
            <a:r>
              <a:rPr lang="en-IN" sz="2400" dirty="0"/>
              <a:t>P(Rainy | Sunny) = 0.2</a:t>
            </a:r>
          </a:p>
          <a:p>
            <a:pPr lvl="1"/>
            <a:r>
              <a:rPr lang="en-IN" sz="2400" dirty="0"/>
              <a:t>P(Rainy | Rainy) = 0.6</a:t>
            </a:r>
          </a:p>
          <a:p>
            <a:pPr lvl="1"/>
            <a:r>
              <a:rPr lang="en-IN" sz="2400" dirty="0"/>
              <a:t>P(Sunny | Rainy) = 0.4</a:t>
            </a:r>
          </a:p>
          <a:p>
            <a:pPr lvl="0"/>
            <a:r>
              <a:rPr lang="en-IN" sz="2400" i="1" dirty="0"/>
              <a:t>Visual</a:t>
            </a:r>
            <a:r>
              <a:rPr lang="en-IN" sz="2400" dirty="0"/>
              <a:t>: Weather state diagram with arrows and probabilities.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1B645D-C1F1-0ADD-22F1-B4A68E1E2A3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sz="2000" b="1" dirty="0"/>
              <a:t>Markov Chain Example (Weather)</a:t>
            </a:r>
            <a:endParaRPr lang="en-IN" sz="2000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381455B2-A324-5557-E380-E0617D6690C6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141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82068-7223-020C-A87E-1BC99524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3AFB02-2DB2-CF62-28FE-EAEA725D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IN" dirty="0"/>
              <a:t>Markov Chains &amp; Hidden Markov Models in NLP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1941C-DD81-0A3C-1497-803B3B9F8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dirty="0"/>
              <a:t>Extension of Markov Chains where </a:t>
            </a:r>
            <a:r>
              <a:rPr lang="en-IN" b="1" dirty="0"/>
              <a:t>states are hidden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Observed states</a:t>
            </a:r>
            <a:r>
              <a:rPr lang="en-IN" dirty="0"/>
              <a:t> = words in a sentence</a:t>
            </a:r>
          </a:p>
          <a:p>
            <a:pPr lvl="0"/>
            <a:r>
              <a:rPr lang="en-IN" b="1" dirty="0"/>
              <a:t>Hidden states</a:t>
            </a:r>
            <a:r>
              <a:rPr lang="en-IN" dirty="0"/>
              <a:t> = POS tags (Noun, Verb, etc.)</a:t>
            </a:r>
          </a:p>
          <a:p>
            <a:pPr lvl="0"/>
            <a:r>
              <a:rPr lang="en-IN" dirty="0"/>
              <a:t>Goal: Find the most likely sequence of hidden states given observed words.</a:t>
            </a:r>
          </a:p>
          <a:p>
            <a:pPr lvl="0"/>
            <a:r>
              <a:rPr lang="en-IN" i="1" dirty="0"/>
              <a:t>Visual</a:t>
            </a:r>
            <a:r>
              <a:rPr lang="en-IN" dirty="0"/>
              <a:t>: Diagram with hidden states (NOUN, VERB) and observed words ("Time", "flies", ...).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B9BF57-0B24-4457-1C89-5B84E8593E0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sz="2000" b="1" dirty="0"/>
              <a:t>Hidden Markov Models (HMMs)</a:t>
            </a:r>
            <a:endParaRPr lang="en-IN" sz="2000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F2CB0225-92D4-D145-26BB-29ED614DF235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3040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2E5B-C755-9788-0102-F4862331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D4A72-EF97-75A5-DA0A-D22C2F9B7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IN" dirty="0"/>
              <a:t>Markov Chains &amp; Hidden Markov Models in NLP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99913-768F-2052-2B53-A5D1DDA54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Hidden States</a:t>
            </a:r>
            <a:r>
              <a:rPr lang="en-IN" dirty="0"/>
              <a:t>: POS tags (Noun, Verb, Adjective, etc.)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Observed Symbols</a:t>
            </a:r>
            <a:r>
              <a:rPr lang="en-IN" dirty="0"/>
              <a:t>: Words in the sentence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Transition Probabilities</a:t>
            </a:r>
            <a:r>
              <a:rPr lang="en-IN" dirty="0"/>
              <a:t>: P(tag₂ | tag₁)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Emission Probabilities</a:t>
            </a:r>
            <a:r>
              <a:rPr lang="en-IN" dirty="0"/>
              <a:t>: P(word | tag)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Start Probabilities</a:t>
            </a:r>
            <a:r>
              <a:rPr lang="en-IN" dirty="0"/>
              <a:t>: P(tag at sentence start)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B96E2-2F13-5A95-697D-1078D2882B9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sz="2000" b="1" dirty="0"/>
              <a:t>HMM Components</a:t>
            </a:r>
            <a:endParaRPr lang="en-IN" sz="2000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7A463433-8DD7-82E2-036B-C9101E91472F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46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0DF0-94BD-7D94-D223-ECDC4D32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11692C-60E1-044D-D4A3-CE385B30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IN" dirty="0"/>
              <a:t>Markov Chains &amp; Hidden Markov Models in NLP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5CDFC-6DC8-0511-85EB-C5580D35F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Example: Sentence = “Time flies like an arrow”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Observed: {Time, flies, like, an, arrow}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Hidden: {NOUN, VERB, ADP, DET, NOUN}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HMM computes probabilities to assign correct tags.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i="1" dirty="0"/>
              <a:t>Visual</a:t>
            </a:r>
            <a:r>
              <a:rPr lang="en-IN" dirty="0"/>
              <a:t>: Table of words vs. possible tags with probabilities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0E0B1-9C67-DE54-832B-C15690FEDE0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sz="2000" b="1" dirty="0"/>
              <a:t>HMM in POS Tagging</a:t>
            </a:r>
            <a:endParaRPr lang="en-IN" sz="2000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F9538933-49FA-973B-201A-DEAC468D59F0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0720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A33B-F9DA-1A60-9246-2207AC06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006438-BAC0-5C2A-D790-0B8A235FE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IN" dirty="0"/>
              <a:t>Markov Chains &amp; Hidden Markov Models in NLP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5D8EC-DBF5-EDEC-163F-C32E4BA8F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2400" dirty="0"/>
              <a:t>Dynamic programming algorithm to find best hidden state sequence.</a:t>
            </a:r>
          </a:p>
          <a:p>
            <a:pPr lvl="0"/>
            <a:r>
              <a:rPr lang="en-IN" sz="2400" dirty="0"/>
              <a:t>Steps:</a:t>
            </a:r>
          </a:p>
          <a:p>
            <a:pPr lvl="1"/>
            <a:r>
              <a:rPr lang="en-IN" sz="2400" dirty="0"/>
              <a:t>Initialization</a:t>
            </a:r>
          </a:p>
          <a:p>
            <a:pPr lvl="1"/>
            <a:r>
              <a:rPr lang="en-IN" sz="2400" dirty="0"/>
              <a:t>Recursion (max probability path)</a:t>
            </a:r>
          </a:p>
          <a:p>
            <a:pPr lvl="1"/>
            <a:r>
              <a:rPr lang="en-IN" sz="2400" dirty="0"/>
              <a:t>Termination &amp; backtracking</a:t>
            </a:r>
          </a:p>
          <a:p>
            <a:pPr lvl="0"/>
            <a:r>
              <a:rPr lang="en-IN" sz="2400" i="1" dirty="0"/>
              <a:t>Visual</a:t>
            </a:r>
            <a:r>
              <a:rPr lang="en-IN" sz="2400" dirty="0"/>
              <a:t>: Trellis diagram for sentence with best path highlighted.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2E29C-E928-C040-2B72-596D76B2B42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sz="2000" b="1" dirty="0"/>
              <a:t>Viterbi Algorithm</a:t>
            </a:r>
            <a:endParaRPr lang="en-IN" sz="2000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E29B0D60-C48A-DE72-FDAB-8A9F49DE18EE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511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B1F1EB-BC84-86D4-A672-78678309E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Part-of-Speech Tagging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Named Entity Recognition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Speech Recognition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Machine Translation (before deep learning)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8F081-85E4-E2E2-21FE-878FC01ABA1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Applications of HMMs in NLP</a:t>
            </a:r>
            <a:endParaRPr lang="en-IN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5C5B88-FB70-D720-F1B7-B382840E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Markov Chains &amp; Hidden Markov Models in NLP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3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8F081-85E4-E2E2-21FE-878FC01ABA1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Strengths &amp; Limitations</a:t>
            </a:r>
            <a:endParaRPr lang="en-IN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5C5B88-FB70-D720-F1B7-B382840E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Markov Chains &amp; Hidden Markov Models in NLP</a:t>
            </a:r>
            <a:br>
              <a:rPr lang="en-IN" dirty="0"/>
            </a:b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B1F1EB-BC84-86D4-A672-78678309E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Strengths:</a:t>
            </a:r>
          </a:p>
          <a:p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Simple, interpretable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Works well with small datasets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Efficient with dynamic programming</a:t>
            </a:r>
          </a:p>
          <a:p>
            <a:pPr lvl="0"/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Limitations: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Assumes independence between words given tags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Struggles with long-range dependencies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Replaced in modern NLP by Neural Models (RNNs, Transformers)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96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6913-2E0A-AD8C-D60D-75429059F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E9E264-CE55-4740-192A-85305FB7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D95FA-B836-39AB-93F0-44FD09C8E64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Language Models &amp; Autocomplete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38A7C0E8-3388-B431-56DD-CFF056DF0AD4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6D818C0-94B8-79EB-9743-5156F4048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873488"/>
              </p:ext>
            </p:extLst>
          </p:nvPr>
        </p:nvGraphicFramePr>
        <p:xfrm>
          <a:off x="3929784" y="2661807"/>
          <a:ext cx="9105278" cy="496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90249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B094-E5AD-A032-9DEE-F0DFDD06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0B3AF1-4EA4-A747-9C3C-64781632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139AB-4B4C-29A2-A222-21A95C236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rPr lang="en-US" b="1" dirty="0"/>
              <a:t>Steps: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collect corpus,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count n-grams,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estimate probabilities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Suggest most probable next word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Implementation: Python with NLTK / custom code</a:t>
            </a:r>
          </a:p>
          <a:p>
            <a:pPr lvl="0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DA2FB-7971-47C7-5C68-D4067818E1F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Autocomplete with N-grams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5800E60D-76F6-50C9-EBC2-323489A64418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1863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F5BC-64BF-FDD7-3096-54DDEEB9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AF6278-3D1F-BA00-111C-6284F77E7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5DB4D-25B1-8A82-5EF5-77C1CBF33B8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Word Embeddings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C90FD4AB-2AED-98FB-B1F5-730E9DD3C759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C56F975-F9D2-DA93-B76A-0AC2C8A91E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5199180"/>
              </p:ext>
            </p:extLst>
          </p:nvPr>
        </p:nvGraphicFramePr>
        <p:xfrm>
          <a:off x="3391306" y="2622899"/>
          <a:ext cx="9351927" cy="5008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02276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7FB95-5E4A-7A2B-0E02-36C08306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7257BA-A97B-3C46-2608-89D786FE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90BBF-FC77-5FDA-C070-239994C38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Traditional models: sparse, no semantic similarity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Embeddings: dense, capture meaning and context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Applications: translation, sentiment analysis, search</a:t>
            </a:r>
          </a:p>
          <a:p>
            <a:pPr lvl="0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011D8-1F5A-317D-751C-DB285E6A8CD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Why Word Embeddings?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2DC8F3F2-4960-FA44-B047-C9102C51F9BB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263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E3B5-A2E8-96AA-5813-6B7AE3CC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AD4ED4-71A5-AAD0-B90A-727ED52A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</p:spPr>
        <p:txBody>
          <a:bodyPr/>
          <a:lstStyle/>
          <a:p>
            <a:r>
              <a:rPr lang="en-US" dirty="0"/>
              <a:t>Natural Language Processing with Probabilistic Models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A0262-9F88-C717-9A23-00E32044992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endParaRPr lang="en-US" b="1" dirty="0"/>
          </a:p>
        </p:txBody>
      </p:sp>
      <p:sp>
        <p:nvSpPr>
          <p:cNvPr id="7" name="Brandline_LVC">
            <a:extLst>
              <a:ext uri="{FF2B5EF4-FFF2-40B4-BE49-F238E27FC236}">
                <a16:creationId xmlns:a16="http://schemas.microsoft.com/office/drawing/2014/main" id="{F374FF34-D4CE-EA54-5766-F9DCBF04F755}"/>
              </a:ext>
            </a:extLst>
          </p:cNvPr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329F1850-41E6-453F-B1BF-EE50AAE034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519448"/>
              </p:ext>
            </p:extLst>
          </p:nvPr>
        </p:nvGraphicFramePr>
        <p:xfrm>
          <a:off x="3819322" y="2622897"/>
          <a:ext cx="7886700" cy="4351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098642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1"/>
  <p:tag name="ARTICULATE_DESIGN_ID_2023_LVC" val="AhyyJCxm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023_LV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implilearn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917</Words>
  <Application>Microsoft Office PowerPoint</Application>
  <PresentationFormat>Custom</PresentationFormat>
  <Paragraphs>139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Open Sans</vt:lpstr>
      <vt:lpstr>2023_LVC</vt:lpstr>
      <vt:lpstr>PowerPoint Presentation</vt:lpstr>
      <vt:lpstr>PowerPoint Presentation</vt:lpstr>
      <vt:lpstr>Natural Language Processing with Probabilistic Models</vt:lpstr>
      <vt:lpstr>Natural Language Processing with Probabilistic Models</vt:lpstr>
      <vt:lpstr>Natural Language Processing with Probabilistic Models</vt:lpstr>
      <vt:lpstr>Natural Language Processing with Probabilistic Models</vt:lpstr>
      <vt:lpstr>PowerPoint Presentation</vt:lpstr>
      <vt:lpstr>PowerPoint Presentation</vt:lpstr>
      <vt:lpstr>Markov Chains &amp; Hidden Markov Models in NLP</vt:lpstr>
      <vt:lpstr>Markov Chains &amp; Hidden Markov Models in NLP</vt:lpstr>
      <vt:lpstr>Markov Chains &amp; Hidden Markov Models in NLP</vt:lpstr>
      <vt:lpstr>Markov Chains &amp; Hidden Markov Models in NLP</vt:lpstr>
      <vt:lpstr>Markov Chains &amp; Hidden Markov Models in NLP</vt:lpstr>
      <vt:lpstr>Markov Chains &amp; Hidden Markov Models in NLP</vt:lpstr>
      <vt:lpstr>Markov Chains &amp; Hidden Markov Models in NLP </vt:lpstr>
      <vt:lpstr>Markov Chains &amp; Hidden Markov Models in NLP </vt:lpstr>
      <vt:lpstr>Natural Language Processing with Probabilistic Models</vt:lpstr>
      <vt:lpstr>Natural Language Processing with Probabilistic Models</vt:lpstr>
      <vt:lpstr>Natural Language Processing with Probabilistic Models</vt:lpstr>
      <vt:lpstr>Natural Language Processing with Probabilistic Models</vt:lpstr>
      <vt:lpstr>Natural Language Processing with Probabilistic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Bhavin Kumar S</cp:lastModifiedBy>
  <cp:revision>18</cp:revision>
  <dcterms:created xsi:type="dcterms:W3CDTF">2023-05-19T12:36:11Z</dcterms:created>
  <dcterms:modified xsi:type="dcterms:W3CDTF">2025-10-01T13:45:55Z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B652525E-EED5-4C91-8592-5DBEF40DB197</vt:lpwstr>
  </property>
  <property fmtid="{D5CDD505-2E9C-101B-9397-08002B2CF9AE}" pid="3" name="ArticulatePath">
    <vt:lpwstr>https://simplilearnsolution-my.sharepoint.com/personal/pistorage_simplilearn_com/Documents/Simplilearn Project Backup/Templates/01_Simplilearn Templates/LVC/2023_LVC/AIML_DS_LVC_Template_2023</vt:lpwstr>
  </property>
</Properties>
</file>